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8" r:id="rId1"/>
  </p:sldMasterIdLst>
  <p:notesMasterIdLst>
    <p:notesMasterId r:id="rId11"/>
  </p:notesMasterIdLst>
  <p:sldIdLst>
    <p:sldId id="270" r:id="rId2"/>
    <p:sldId id="258" r:id="rId3"/>
    <p:sldId id="268" r:id="rId4"/>
    <p:sldId id="267" r:id="rId5"/>
    <p:sldId id="265" r:id="rId6"/>
    <p:sldId id="271" r:id="rId7"/>
    <p:sldId id="272" r:id="rId8"/>
    <p:sldId id="261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874"/>
    <a:srgbClr val="5C307D"/>
    <a:srgbClr val="FFFFFF"/>
    <a:srgbClr val="F6F4F7"/>
    <a:srgbClr val="93549F"/>
    <a:srgbClr val="FEFDFF"/>
    <a:srgbClr val="E1DF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334"/>
    <p:restoredTop sz="86378"/>
  </p:normalViewPr>
  <p:slideViewPr>
    <p:cSldViewPr snapToGrid="0" snapToObjects="1">
      <p:cViewPr varScale="1">
        <p:scale>
          <a:sx n="74" d="100"/>
          <a:sy n="74" d="100"/>
        </p:scale>
        <p:origin x="63" y="264"/>
      </p:cViewPr>
      <p:guideLst/>
    </p:cSldViewPr>
  </p:slideViewPr>
  <p:outlineViewPr>
    <p:cViewPr>
      <p:scale>
        <a:sx n="33" d="100"/>
        <a:sy n="33" d="100"/>
      </p:scale>
      <p:origin x="0" y="-114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A51940-DB52-3B48-AABB-9C7938529E4E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18717E-F74C-4246-A795-6577BEDC83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5298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8717E-F74C-4246-A795-6577BEDC8382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1724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D8CDC32-572D-47A1-BA45-FD1522B5CEA1}"/>
              </a:ext>
            </a:extLst>
          </p:cNvPr>
          <p:cNvGrpSpPr/>
          <p:nvPr userDrawn="1"/>
        </p:nvGrpSpPr>
        <p:grpSpPr>
          <a:xfrm>
            <a:off x="599226" y="1732459"/>
            <a:ext cx="10993549" cy="1907212"/>
            <a:chOff x="599225" y="1732459"/>
            <a:chExt cx="10993549" cy="1907212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7A9D506-C91D-DF44-8641-48F37CD3C15A}"/>
                </a:ext>
              </a:extLst>
            </p:cNvPr>
            <p:cNvSpPr/>
            <p:nvPr userDrawn="1"/>
          </p:nvSpPr>
          <p:spPr>
            <a:xfrm>
              <a:off x="599225" y="1736370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 kumimoji="1"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C216EDB-A291-4C86-911A-A3F95FDC0CF3}"/>
                </a:ext>
              </a:extLst>
            </p:cNvPr>
            <p:cNvSpPr/>
            <p:nvPr userDrawn="1"/>
          </p:nvSpPr>
          <p:spPr>
            <a:xfrm>
              <a:off x="599225" y="1732459"/>
              <a:ext cx="489346" cy="792000"/>
            </a:xfrm>
            <a:prstGeom prst="rect">
              <a:avLst/>
            </a:prstGeom>
            <a:solidFill>
              <a:srgbClr val="004B83"/>
            </a:solidFill>
            <a:ln>
              <a:solid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 kumimoji="1" lang="zh-CN" altLang="en-US" dirty="0"/>
            </a:p>
          </p:txBody>
        </p:sp>
      </p:grpSp>
      <p:sp>
        <p:nvSpPr>
          <p:cNvPr id="13" name="Subtitle 2">
            <a:extLst>
              <a:ext uri="{FF2B5EF4-FFF2-40B4-BE49-F238E27FC236}">
                <a16:creationId xmlns:a16="http://schemas.microsoft.com/office/drawing/2014/main" id="{103A73B5-4CCB-264A-803E-B46FEDFF96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1831" y="3819054"/>
            <a:ext cx="9748337" cy="1340999"/>
          </a:xfrm>
          <a:ln>
            <a:solidFill/>
          </a:ln>
        </p:spPr>
        <p:txBody>
          <a:bodyPr anchor="t">
            <a:normAutofit/>
          </a:bodyPr>
          <a:lstStyle>
            <a:lvl1pPr marL="0" indent="0" algn="ctr">
              <a:buNone/>
              <a:defRPr sz="20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单击此处编辑母版副标题样式</a:t>
            </a:r>
            <a:endParaRPr 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FB8BDD-FC0A-384D-B32A-D2CC0933A7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4A11234-2E12-B147-A4FF-3B4989798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FFF194-7BE9-7440-90F5-0BA3D1B44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030AE285-88AF-E941-9028-A7F40F9D5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831" y="2028083"/>
            <a:ext cx="9748800" cy="1317600"/>
          </a:xfrm>
          <a:ln>
            <a:solidFill/>
          </a:ln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9349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3377" y="2180498"/>
            <a:ext cx="10521387" cy="3678303"/>
          </a:xfrm>
          <a:ln>
            <a:solidFill/>
          </a:ln>
        </p:spPr>
        <p:txBody>
          <a:bodyPr/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B3414000-0475-7845-9508-337FFFC1B7E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2265DA69-D9B6-384B-91FC-5C225D983B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12" name="页脚占位符 11">
            <a:extLst>
              <a:ext uri="{FF2B5EF4-FFF2-40B4-BE49-F238E27FC236}">
                <a16:creationId xmlns:a16="http://schemas.microsoft.com/office/drawing/2014/main" id="{198CD9FF-6143-0B4F-B35B-FC5B48F32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B99E00C6-785E-8740-9B07-6D282AB53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09904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6727754-C851-C341-8EC8-C90F9BC75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7285" y="2329543"/>
            <a:ext cx="9923523" cy="3391101"/>
          </a:xfrm>
          <a:ln>
            <a:solidFill/>
          </a:ln>
        </p:spPr>
        <p:txBody>
          <a:bodyPr anchor="t">
            <a:normAutofit/>
          </a:bodyPr>
          <a:lstStyle>
            <a:lvl1pPr algn="l">
              <a:defRPr sz="2800"/>
            </a:lvl1pPr>
            <a:lvl2pPr algn="l">
              <a:defRPr sz="2400"/>
            </a:lvl2pPr>
            <a:lvl3pPr algn="l">
              <a:defRPr sz="2000"/>
            </a:lvl3pPr>
            <a:lvl4pPr algn="l">
              <a:defRPr sz="1800"/>
            </a:lvl4pPr>
            <a:lvl5pPr algn="l">
              <a:defRPr sz="1800"/>
            </a:lvl5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3F81271-2815-9B4A-9DE1-54434A60C9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5597317"/>
            <a:ext cx="2844799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57A6457-265E-454A-8DEA-AC0A1AAC3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87285" y="5592991"/>
            <a:ext cx="5811116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17055F7E-60B7-6A43-A3E4-C6F9DC89F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597317"/>
            <a:ext cx="1052508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D989D6D-F1B5-F54E-813A-CCB6A463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285" y="865998"/>
            <a:ext cx="9923522" cy="1351451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l">
              <a:defRPr sz="3200"/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23D49990-DD79-AF4A-809C-C7A68D94B066}"/>
              </a:ext>
            </a:extLst>
          </p:cNvPr>
          <p:cNvSpPr/>
          <p:nvPr userDrawn="1"/>
        </p:nvSpPr>
        <p:spPr>
          <a:xfrm>
            <a:off x="695915" y="678673"/>
            <a:ext cx="360000" cy="5832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3727A51-3FBC-4883-9957-A794F7F65BF9}"/>
              </a:ext>
            </a:extLst>
          </p:cNvPr>
          <p:cNvSpPr/>
          <p:nvPr userDrawn="1"/>
        </p:nvSpPr>
        <p:spPr>
          <a:xfrm>
            <a:off x="695915" y="1261873"/>
            <a:ext cx="360000" cy="49174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96159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EA6CC6FD-0536-1042-94FB-7B29BCD323E4}"/>
              </a:ext>
            </a:extLst>
          </p:cNvPr>
          <p:cNvGrpSpPr/>
          <p:nvPr userDrawn="1"/>
        </p:nvGrpSpPr>
        <p:grpSpPr>
          <a:xfrm>
            <a:off x="599225" y="1736370"/>
            <a:ext cx="10993549" cy="1903301"/>
            <a:chOff x="599225" y="1921565"/>
            <a:chExt cx="10993549" cy="1903301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BB59113-F03A-6147-A467-92DB82160BCD}"/>
                </a:ext>
              </a:extLst>
            </p:cNvPr>
            <p:cNvSpPr/>
            <p:nvPr userDrawn="1"/>
          </p:nvSpPr>
          <p:spPr>
            <a:xfrm>
              <a:off x="599225" y="1921565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 kumimoji="1"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C3E5866-268A-1A4A-BD63-7247C0C32E7C}"/>
                </a:ext>
              </a:extLst>
            </p:cNvPr>
            <p:cNvSpPr/>
            <p:nvPr userDrawn="1"/>
          </p:nvSpPr>
          <p:spPr>
            <a:xfrm>
              <a:off x="599227" y="1921566"/>
              <a:ext cx="192900" cy="1903300"/>
            </a:xfrm>
            <a:prstGeom prst="rect">
              <a:avLst/>
            </a:prstGeom>
            <a:ln>
              <a:solid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 kumimoji="1" lang="zh-CN" altLang="en-US"/>
            </a:p>
          </p:txBody>
        </p:sp>
      </p:grpSp>
      <p:sp>
        <p:nvSpPr>
          <p:cNvPr id="27" name="日期占位符 10">
            <a:extLst>
              <a:ext uri="{FF2B5EF4-FFF2-40B4-BE49-F238E27FC236}">
                <a16:creationId xmlns:a16="http://schemas.microsoft.com/office/drawing/2014/main" id="{2D4038F2-9086-4849-856C-3F44B96D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23545" y="5597323"/>
            <a:ext cx="2523280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28" name="页脚占位符 11">
            <a:extLst>
              <a:ext uri="{FF2B5EF4-FFF2-40B4-BE49-F238E27FC236}">
                <a16:creationId xmlns:a16="http://schemas.microsoft.com/office/drawing/2014/main" id="{0ED79189-463D-A34A-93FE-02DAF3CA4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3377" y="5592997"/>
            <a:ext cx="6585500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29" name="灯片编号占位符 12">
            <a:extLst>
              <a:ext uri="{FF2B5EF4-FFF2-40B4-BE49-F238E27FC236}">
                <a16:creationId xmlns:a16="http://schemas.microsoft.com/office/drawing/2014/main" id="{81D88334-B4F7-F340-8AA4-0865A0C0C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51493" y="5597323"/>
            <a:ext cx="1203271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02FBCA2-8AC8-4B46-8CCD-69EDADC02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167" y="2022534"/>
            <a:ext cx="10267200" cy="1382400"/>
          </a:xfrm>
          <a:ln>
            <a:solidFill/>
          </a:ln>
        </p:spPr>
        <p:txBody>
          <a:bodyPr>
            <a:normAutofit/>
          </a:bodyPr>
          <a:lstStyle>
            <a:lvl1pPr>
              <a:defRPr sz="3600"/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C752BD4-8A44-D64D-B845-986E21B7D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167" y="3819054"/>
            <a:ext cx="10265664" cy="1340999"/>
          </a:xfrm>
          <a:ln>
            <a:solidFill/>
          </a:ln>
        </p:spPr>
        <p:txBody>
          <a:bodyPr anchor="t">
            <a:normAutofit/>
          </a:bodyPr>
          <a:lstStyle>
            <a:lvl1pPr marL="0" indent="0" algn="l">
              <a:buNone/>
              <a:defRPr sz="20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单击此处编辑母版副标题样式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667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422391" cy="3633047"/>
          </a:xfr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4"/>
            <a:ext cx="5422392" cy="3633047"/>
          </a:xfr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90C7D26-A2BB-CE43-BB2A-2808F22C4FD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14618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20" y="2250894"/>
            <a:ext cx="5087075" cy="536005"/>
          </a:xfr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rgbClr val="660874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393100" cy="2934999"/>
          </a:xfr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7" y="2250894"/>
            <a:ext cx="5087073" cy="553373"/>
          </a:xfr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rgbClr val="660874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10" y="2926054"/>
            <a:ext cx="5393100" cy="2934999"/>
          </a:xfr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95155F9-0BCA-F049-9D40-4CF28F90A40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0600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C31502A-7294-9848-AFF1-6116ACE1419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57521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89483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>
            <a:extLst>
              <a:ext uri="{FF2B5EF4-FFF2-40B4-BE49-F238E27FC236}">
                <a16:creationId xmlns:a16="http://schemas.microsoft.com/office/drawing/2014/main" id="{DD0108F8-765A-DF43-9CAF-934132882EE3}"/>
              </a:ext>
            </a:extLst>
          </p:cNvPr>
          <p:cNvSpPr>
            <a:spLocks noChangeAspect="1"/>
          </p:cNvSpPr>
          <p:nvPr userDrawn="1"/>
        </p:nvSpPr>
        <p:spPr>
          <a:xfrm>
            <a:off x="447816" y="4914808"/>
            <a:ext cx="385561" cy="103222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1463" y="4928762"/>
            <a:ext cx="10333301" cy="653148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l">
              <a:defRPr sz="2400" b="0">
                <a:solidFill>
                  <a:srgbClr val="660874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  <a:ln>
            <a:solidFill/>
          </a:ln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1463" y="5581910"/>
            <a:ext cx="10333301" cy="365126"/>
          </a:xfrm>
          <a:ln>
            <a:solidFill/>
          </a:ln>
        </p:spPr>
        <p:txBody>
          <a:bodyPr anchor="ctr">
            <a:normAutofit/>
          </a:bodyPr>
          <a:lstStyle>
            <a:lvl1pPr marL="0" indent="0" algn="l">
              <a:buNone/>
              <a:defRPr sz="1600">
                <a:solidFill>
                  <a:srgbClr val="660874"/>
                </a:solidFill>
              </a:defRPr>
            </a:lvl1pPr>
            <a:lvl2pPr marL="457189" indent="0">
              <a:buNone/>
              <a:defRPr sz="11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451282BD-10C7-4442-892B-E8FEFE30AD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23545" y="6088813"/>
            <a:ext cx="2523280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AB4D4DE8-6CE5-7146-97D4-07B9C9043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3377" y="6084487"/>
            <a:ext cx="6585500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EB1C0495-D0F2-7747-B5EB-46C127796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51493" y="6088813"/>
            <a:ext cx="1203271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2074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395677"/>
            <a:ext cx="11029616" cy="566738"/>
          </a:xfrm>
          <a:prstGeom prst="rect">
            <a:avLst/>
          </a:prstGeom>
          <a:ln>
            <a:solidFill/>
          </a:ln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  <a:ln>
            <a:solid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pPr>
              <a:defRPr>
                <a:solidFill/>
              </a:defRPr>
            </a:pPr>
            <a:r>
              <a:rPr lang="zh-CN" altLang="en-US">
                <a:solidFill/>
              </a:rPr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4962417"/>
            <a:ext cx="11029617" cy="598671"/>
          </a:xfrm>
          <a:ln>
            <a:solidFill/>
          </a:ln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79797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ln>
            <a:solidFill/>
          </a:ln>
        </p:spPr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D92ADC6-CE60-BE46-B46D-E72C08A66F9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27691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竖排标题与文本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>
            <a:extLst>
              <a:ext uri="{FF2B5EF4-FFF2-40B4-BE49-F238E27FC236}">
                <a16:creationId xmlns:a16="http://schemas.microsoft.com/office/drawing/2014/main" id="{5BC0A53C-150C-A541-93A8-A5B4C7EFDD96}"/>
              </a:ext>
            </a:extLst>
          </p:cNvPr>
          <p:cNvSpPr>
            <a:spLocks noChangeAspect="1"/>
          </p:cNvSpPr>
          <p:nvPr userDrawn="1"/>
        </p:nvSpPr>
        <p:spPr>
          <a:xfrm>
            <a:off x="8884030" y="675726"/>
            <a:ext cx="88976" cy="79183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1" name="Vertical Title 1">
            <a:extLst>
              <a:ext uri="{FF2B5EF4-FFF2-40B4-BE49-F238E27FC236}">
                <a16:creationId xmlns:a16="http://schemas.microsoft.com/office/drawing/2014/main" id="{9D3F700B-2D07-A448-9622-360F28D96C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69649" y="675726"/>
            <a:ext cx="1899496" cy="5183073"/>
          </a:xfrm>
          <a:prstGeom prst="rect">
            <a:avLst/>
          </a:prstGeom>
          <a:ln>
            <a:solidFill/>
          </a:ln>
        </p:spPr>
        <p:txBody>
          <a:bodyPr vert="eaVert" anchor="b"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12" name="Vertical Text Placeholder 2">
            <a:extLst>
              <a:ext uri="{FF2B5EF4-FFF2-40B4-BE49-F238E27FC236}">
                <a16:creationId xmlns:a16="http://schemas.microsoft.com/office/drawing/2014/main" id="{5F0B6C42-B8E7-1C45-A053-18F7FE5B2B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791611" cy="5183073"/>
          </a:xfrm>
          <a:ln>
            <a:solidFill/>
          </a:ln>
        </p:spPr>
        <p:txBody>
          <a:bodyPr vert="eaVert" anchor="t"/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C89D33-28DC-B746-AE7D-E6085CC305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EE1EF53-0E9B-E243-B4F1-B1C7F0BD2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3DA247-823F-034B-AEC0-494674B60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94944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8A3BF425-86B0-F846-8CE5-D4D4E55EFE0D}"/>
              </a:ext>
            </a:extLst>
          </p:cNvPr>
          <p:cNvSpPr/>
          <p:nvPr userDrawn="1"/>
        </p:nvSpPr>
        <p:spPr>
          <a:xfrm>
            <a:off x="586670" y="654624"/>
            <a:ext cx="82800" cy="896400"/>
          </a:xfrm>
          <a:prstGeom prst="rect">
            <a:avLst/>
          </a:prstGeom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标题占位符 6">
            <a:extLst>
              <a:ext uri="{FF2B5EF4-FFF2-40B4-BE49-F238E27FC236}">
                <a16:creationId xmlns:a16="http://schemas.microsoft.com/office/drawing/2014/main" id="{386CB2C2-B0CA-6B4C-9D67-BC3A516A2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06" y="593424"/>
            <a:ext cx="10521388" cy="1015200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376" y="2336003"/>
            <a:ext cx="10521388" cy="3154894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23545" y="5597323"/>
            <a:ext cx="2523280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3377" y="5592997"/>
            <a:ext cx="6585500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51493" y="5597323"/>
            <a:ext cx="1203271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104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4" r:id="rId3"/>
    <p:sldLayoutId id="2147483865" r:id="rId4"/>
    <p:sldLayoutId id="2147483866" r:id="rId5"/>
    <p:sldLayoutId id="2147483868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</p:sldLayoutIdLst>
  <p:txStyles>
    <p:titleStyle>
      <a:lvl1pPr algn="l" defTabSz="457189" rtl="0" eaLnBrk="1" latinLnBrk="0" hangingPunct="1">
        <a:spcBef>
          <a:spcPct val="0"/>
        </a:spcBef>
        <a:buNone/>
        <a:defRPr sz="2800" b="0" kern="1200" cap="none" baseline="0">
          <a:solidFill>
            <a:srgbClr val="660874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5992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84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978" indent="-269993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1969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1960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53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945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38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930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tomiechen/THU-PPT-Them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tomiechen/THU-PPT-Theme" TargetMode="Externa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9456EDC8-6865-C043-9F52-A5101097FB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1831" y="3819054"/>
            <a:ext cx="9748337" cy="1340999"/>
          </a:xfrm>
          <a:ln>
            <a:solidFill/>
          </a:ln>
        </p:spPr>
        <p:txBody>
          <a:bodyPr>
            <a:normAutofit/>
          </a:bodyPr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朱亮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计算机系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en-US" altLang="zh-CN" dirty="0">
                <a:solidFill/>
              </a:rPr>
              <a:t>2021</a:t>
            </a:r>
            <a:r>
              <a:rPr lang="zh-CN" altLang="en-US" dirty="0">
                <a:solidFill/>
              </a:rPr>
              <a:t>年</a:t>
            </a:r>
            <a:r>
              <a:rPr lang="en-US" altLang="zh-CN" dirty="0">
                <a:solidFill/>
              </a:rPr>
              <a:t>11</a:t>
            </a:r>
            <a:r>
              <a:rPr lang="zh-CN" altLang="en-US" dirty="0">
                <a:solidFill/>
              </a:rPr>
              <a:t>月</a:t>
            </a:r>
            <a:r>
              <a:rPr lang="en-US" altLang="zh-CN" dirty="0">
                <a:solidFill/>
              </a:rPr>
              <a:t>3</a:t>
            </a:r>
            <a:r>
              <a:rPr lang="zh-CN" altLang="en-US" dirty="0">
                <a:solidFill/>
              </a:rPr>
              <a:t>日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9F005E0-9377-9044-8967-57A416065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831" y="2028083"/>
            <a:ext cx="9748800" cy="1317600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清华简约主题</a:t>
            </a:r>
            <a:r>
              <a:rPr lang="en-US" altLang="zh-CN" dirty="0">
                <a:solidFill/>
              </a:rPr>
              <a:t>PPT</a:t>
            </a:r>
            <a:r>
              <a:rPr lang="zh-CN" altLang="en-US" dirty="0">
                <a:solidFill/>
              </a:rPr>
              <a:t>模板</a:t>
            </a:r>
            <a:br>
              <a:rPr lang="en-US" altLang="zh-CN" dirty="0"/>
            </a:br>
            <a:r>
              <a:rPr lang="zh-CN" altLang="en-US" dirty="0">
                <a:solidFill/>
              </a:rPr>
              <a:t>扁平风格</a:t>
            </a:r>
            <a:r>
              <a:rPr lang="en-US" altLang="zh-CN" dirty="0">
                <a:solidFill/>
              </a:rPr>
              <a:t>v2</a:t>
            </a:r>
            <a:r>
              <a:rPr lang="zh-CN" altLang="en-US" dirty="0">
                <a:solidFill/>
              </a:rPr>
              <a:t> </a:t>
            </a:r>
            <a:r>
              <a:rPr lang="en-US" altLang="zh-CN" dirty="0">
                <a:solidFill/>
              </a:rPr>
              <a:t>16:9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7923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B3B5DF-DAF7-B946-AB06-11AE7FF11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7285" y="2329543"/>
            <a:ext cx="9923523" cy="3391101"/>
          </a:xfrm>
          <a:ln>
            <a:solidFill/>
          </a:ln>
        </p:spPr>
        <p:txBody>
          <a:bodyPr anchor="t"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这里可以写你的目录内容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一 </a:t>
            </a:r>
            <a:r>
              <a:rPr lang="en-US" altLang="zh-CN" dirty="0">
                <a:solidFill/>
              </a:rPr>
              <a:t>1.618</a:t>
            </a:r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二 </a:t>
            </a:r>
            <a:r>
              <a:rPr lang="en-US" altLang="zh-CN" dirty="0">
                <a:solidFill/>
              </a:rPr>
              <a:t>0.618</a:t>
            </a:r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三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BB6AA08-C32B-6F4E-8AB3-67AE085DA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285" y="865998"/>
            <a:ext cx="9923522" cy="1351451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目录 </a:t>
            </a:r>
            <a:r>
              <a:rPr lang="en-US" altLang="zh-CN" dirty="0">
                <a:solidFill/>
              </a:rPr>
              <a:t>Contents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9231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7249299-B2E1-164B-9D28-7833904F8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377" y="2180498"/>
            <a:ext cx="10521387" cy="3678303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在</a:t>
            </a:r>
            <a:r>
              <a:rPr lang="en-US" altLang="zh-CN" dirty="0">
                <a:solidFill/>
              </a:rPr>
              <a:t>PowerPoint</a:t>
            </a:r>
            <a:r>
              <a:rPr lang="zh-CN" altLang="en-US" dirty="0">
                <a:solidFill/>
              </a:rPr>
              <a:t>的新建幻灯片的选项卡里，可以自己选择合适的页面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本清华主题模板实际上编辑了幻灯片母版，使图案和配色固定下来，使用时可类似于使用</a:t>
            </a:r>
            <a:r>
              <a:rPr lang="en-US" altLang="zh-CN" dirty="0">
                <a:solidFill/>
              </a:rPr>
              <a:t>office</a:t>
            </a:r>
            <a:r>
              <a:rPr lang="zh-CN" altLang="en-US" dirty="0">
                <a:solidFill/>
              </a:rPr>
              <a:t>自带模板一样不必为模板细节操心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如果需要定制，可自行编辑幻灯片母版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这个</a:t>
            </a:r>
            <a:r>
              <a:rPr lang="en-US" altLang="zh-CN" dirty="0">
                <a:solidFill/>
              </a:rPr>
              <a:t>PPT</a:t>
            </a:r>
            <a:r>
              <a:rPr lang="zh-CN" altLang="en-US" dirty="0">
                <a:solidFill/>
              </a:rPr>
              <a:t>模板来自：</a:t>
            </a:r>
            <a:r>
              <a:rPr lang="en-US" altLang="zh-CN" dirty="0">
                <a:solidFill/>
                <a:hlinkClick r:id="rId2"/>
              </a:rPr>
              <a:t>https://github.com/atomiechen/THU-PPT-Theme</a:t>
            </a:r>
            <a:endParaRPr lang="en-US" altLang="zh-CN" dirty="0"/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如果大家喜欢，欢迎给我</a:t>
            </a:r>
            <a:r>
              <a:rPr lang="en-US" altLang="zh-CN" dirty="0">
                <a:solidFill/>
              </a:rPr>
              <a:t>star</a:t>
            </a:r>
            <a:r>
              <a:rPr lang="zh-CN" altLang="en-US" dirty="0">
                <a:solidFill/>
              </a:rPr>
              <a:t>，也欢迎</a:t>
            </a:r>
            <a:r>
              <a:rPr lang="en-US" altLang="zh-CN" dirty="0">
                <a:solidFill/>
              </a:rPr>
              <a:t>PR</a:t>
            </a:r>
            <a:r>
              <a:rPr lang="zh-CN" altLang="en-US" dirty="0">
                <a:solidFill/>
              </a:rPr>
              <a:t>贡献更多变体！</a:t>
            </a:r>
            <a:endParaRPr lang="en-US" altLang="zh-CN" dirty="0"/>
          </a:p>
          <a:p>
            <a:pPr>
              <a:defRPr>
                <a:solidFill/>
              </a:defRPr>
            </a:pPr>
            <a:endParaRPr lang="en-US" altLang="zh-CN" dirty="0"/>
          </a:p>
          <a:p>
            <a:pPr>
              <a:defRPr>
                <a:solidFill/>
              </a:defRPr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4CCBE66-029B-1A42-8B93-5DED4C28F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06" y="593424"/>
            <a:ext cx="10521388" cy="1015200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使用方法</a:t>
            </a:r>
          </a:p>
        </p:txBody>
      </p:sp>
    </p:spTree>
    <p:extLst>
      <p:ext uri="{BB962C8B-B14F-4D97-AF65-F5344CB8AC3E}">
        <p14:creationId xmlns:p14="http://schemas.microsoft.com/office/powerpoint/2010/main" val="296989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4EBCB47-E079-8145-ACD0-A7E22DA14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7220" y="2250894"/>
            <a:ext cx="5087075" cy="53600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en-US" altLang="zh-CN" dirty="0">
                <a:solidFill/>
              </a:rPr>
              <a:t>Foo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A4184C-CC2D-694B-9F25-182F7D3C3C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393100" cy="2934999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en-US" altLang="zh-CN" dirty="0">
                <a:solidFill/>
              </a:rPr>
              <a:t>What you see is what you get</a:t>
            </a:r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扫地机科学与技术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一行不够，两行充数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更多页面款式供你选！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en-US" altLang="zh-CN" dirty="0">
                <a:solidFill/>
                <a:hlinkClick r:id="rId2"/>
              </a:rPr>
              <a:t>https://github.com/atomiechen/THU-PPT-Theme</a:t>
            </a:r>
            <a:endParaRPr lang="en-US" altLang="zh-CN" dirty="0"/>
          </a:p>
          <a:p>
            <a:pPr>
              <a:defRPr>
                <a:solidFill/>
              </a:defRPr>
            </a:pPr>
            <a:endParaRPr lang="zh-CN" altLang="en-US" dirty="0"/>
          </a:p>
          <a:p>
            <a:pPr>
              <a:defRPr>
                <a:solidFill/>
              </a:defRPr>
            </a:pP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F4BA5D-7260-7C42-9521-BC1650AE8C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23737" y="2250894"/>
            <a:ext cx="5087073" cy="553373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en-US" altLang="zh-CN" dirty="0">
                <a:solidFill/>
              </a:rPr>
              <a:t>Bar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C24247E-BDFE-4545-BC58-B2351CD1E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7710" y="2926054"/>
            <a:ext cx="5393100" cy="2934999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en" altLang="zh-CN" dirty="0">
                <a:solidFill/>
              </a:rPr>
              <a:t>Made by</a:t>
            </a:r>
            <a:r>
              <a:rPr lang="zh-CN" altLang="en-US" dirty="0">
                <a:solidFill/>
              </a:rPr>
              <a:t> </a:t>
            </a:r>
            <a:r>
              <a:rPr lang="en" altLang="zh-CN" dirty="0">
                <a:solidFill/>
              </a:rPr>
              <a:t>Weihao CHEN</a:t>
            </a:r>
          </a:p>
          <a:p>
            <a:pPr>
              <a:defRPr>
                <a:solidFill/>
              </a:defRPr>
            </a:pPr>
            <a:r>
              <a:rPr lang="en-US" altLang="zh-CN" dirty="0">
                <a:solidFill/>
              </a:rPr>
              <a:t>Sweeper</a:t>
            </a:r>
            <a:r>
              <a:rPr lang="zh-CN" altLang="en-US" dirty="0">
                <a:solidFill/>
              </a:rPr>
              <a:t> </a:t>
            </a:r>
            <a:r>
              <a:rPr lang="en-US" altLang="zh-CN" dirty="0">
                <a:solidFill/>
              </a:rPr>
              <a:t>Science</a:t>
            </a:r>
            <a:r>
              <a:rPr lang="zh-CN" altLang="en-US" dirty="0">
                <a:solidFill/>
              </a:rPr>
              <a:t> </a:t>
            </a:r>
            <a:r>
              <a:rPr lang="en-US" altLang="zh-CN" dirty="0">
                <a:solidFill/>
              </a:rPr>
              <a:t>and</a:t>
            </a:r>
            <a:r>
              <a:rPr lang="zh-CN" altLang="en-US" dirty="0">
                <a:solidFill/>
              </a:rPr>
              <a:t> </a:t>
            </a:r>
            <a:r>
              <a:rPr lang="en-US" altLang="zh-CN" dirty="0">
                <a:solidFill/>
              </a:rPr>
              <a:t>Technology</a:t>
            </a:r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一个清净的主题模板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" dirty="0">
                <a:solidFill/>
              </a:rPr>
              <a:t>欢迎大家</a:t>
            </a:r>
            <a:r>
              <a:rPr lang="zh-CN" altLang="en-US" dirty="0">
                <a:solidFill/>
              </a:rPr>
              <a:t>广而传播使用！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" dirty="0">
                <a:solidFill/>
              </a:rPr>
              <a:t>链接</a:t>
            </a:r>
            <a:r>
              <a:rPr lang="zh-CN" altLang="en-US" dirty="0">
                <a:solidFill/>
              </a:rPr>
              <a:t>点开之后颜色会有变化（欢迎</a:t>
            </a:r>
            <a:r>
              <a:rPr lang="en-US" altLang="zh-CN" dirty="0">
                <a:solidFill/>
              </a:rPr>
              <a:t>star</a:t>
            </a:r>
            <a:r>
              <a:rPr lang="zh-CN" altLang="en-US" dirty="0">
                <a:solidFill/>
              </a:rPr>
              <a:t>）</a:t>
            </a:r>
            <a:endParaRPr lang="en-US" altLang="zh-CN" dirty="0"/>
          </a:p>
          <a:p>
            <a:pPr>
              <a:defRPr>
                <a:solidFill/>
              </a:defRPr>
            </a:pPr>
            <a:endParaRPr lang="en" altLang="zh-CN" dirty="0"/>
          </a:p>
          <a:p>
            <a:pPr>
              <a:defRPr>
                <a:solidFill/>
              </a:defRPr>
            </a:pPr>
            <a:endParaRPr lang="zh-CN" altLang="en-US" dirty="0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749DA121-AAE1-8447-8DF5-6C89DB3D3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06" y="593424"/>
            <a:ext cx="10521388" cy="1015200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艾敝舍 </a:t>
            </a:r>
            <a:r>
              <a:rPr lang="en-US" altLang="zh-CN" dirty="0">
                <a:solidFill/>
              </a:rPr>
              <a:t>Title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2222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D0B13F-42D2-8A44-A2CA-732B1A987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4395677"/>
            <a:ext cx="11029616" cy="566738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可以使用的页面如上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BCEC49-30FC-484A-B809-CD53E899B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81193" y="4962417"/>
            <a:ext cx="11029617" cy="598671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本页空白比较大，可以放图等内容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63398E7-CD18-5C4C-B542-15D26B557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208" y="1089478"/>
            <a:ext cx="6769583" cy="3174990"/>
          </a:xfrm>
          <a:prstGeom prst="rect">
            <a:avLst/>
          </a:prstGeom>
          <a:ln>
            <a:solidFill/>
          </a:ln>
        </p:spPr>
      </p:pic>
    </p:spTree>
    <p:extLst>
      <p:ext uri="{BB962C8B-B14F-4D97-AF65-F5344CB8AC3E}">
        <p14:creationId xmlns:p14="http://schemas.microsoft.com/office/powerpoint/2010/main" val="1342211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1C3EC9-98F6-1540-AB0B-5EF8D14C6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167" y="2022534"/>
            <a:ext cx="10267200" cy="1382400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下一个章节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C9CF303-7D57-D44C-9067-E10B97FFEE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167" y="3819054"/>
            <a:ext cx="10265664" cy="1340999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我们需要进入一些</a:t>
            </a:r>
            <a:r>
              <a:rPr lang="en-US" altLang="zh-CN" dirty="0">
                <a:solidFill/>
              </a:rPr>
              <a:t>details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9397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07C298-BBDA-2946-B9D9-D457CECF1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463" y="4928762"/>
            <a:ext cx="10333301" cy="653148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标题在下方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543E113D-D6A1-834B-9CBF-D374E35E79DD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849B47-9C38-BF44-922D-DEF9C6B978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21463" y="5581910"/>
            <a:ext cx="10333301" cy="365126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这是一个不同的设计</a:t>
            </a:r>
          </a:p>
        </p:txBody>
      </p:sp>
    </p:spTree>
    <p:extLst>
      <p:ext uri="{BB962C8B-B14F-4D97-AF65-F5344CB8AC3E}">
        <p14:creationId xmlns:p14="http://schemas.microsoft.com/office/powerpoint/2010/main" val="2894931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31E0E24-E099-8B4F-8CA2-04B828D790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69649" y="675726"/>
            <a:ext cx="1899496" cy="5183073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竖排文本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2F21B7-6DD4-2240-86E2-0461F60906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791611" cy="5183073"/>
          </a:xfrm>
          <a:ln>
            <a:solidFill/>
          </a:ln>
        </p:spPr>
        <p:txBody>
          <a:bodyPr/>
          <a:lstStyle/>
          <a:p>
            <a:pPr>
              <a:buClr>
                <a:srgbClr val="004B83"/>
              </a:buClr>
              <a:defRPr>
                <a:solidFill/>
              </a:defRPr>
            </a:pPr>
            <a:r>
              <a:rPr lang="zh-CN" altLang="en-US" dirty="0">
                <a:solidFill/>
              </a:rPr>
              <a:t>这里还可以写一些竖排文本，效果大概是这样的</a:t>
            </a:r>
            <a:endParaRPr lang="en-US" altLang="zh-CN" dirty="0"/>
          </a:p>
          <a:p>
            <a:pPr>
              <a:buClr>
                <a:srgbClr val="004B83"/>
              </a:buClr>
              <a:defRPr>
                <a:solidFill/>
              </a:defRPr>
            </a:pPr>
            <a:r>
              <a:rPr lang="zh-CN" altLang="en-US" dirty="0">
                <a:solidFill/>
              </a:rPr>
              <a:t>扫地机科学与技术</a:t>
            </a:r>
          </a:p>
        </p:txBody>
      </p:sp>
    </p:spTree>
    <p:extLst>
      <p:ext uri="{BB962C8B-B14F-4D97-AF65-F5344CB8AC3E}">
        <p14:creationId xmlns:p14="http://schemas.microsoft.com/office/powerpoint/2010/main" val="2325070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0486DF19-DC1B-514A-8C02-64E0ECCD2C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1831" y="3819054"/>
            <a:ext cx="9748337" cy="1340999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en-US" altLang="zh-CN" dirty="0" err="1">
                <a:solidFill/>
              </a:rPr>
              <a:t>Atomie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en-US" altLang="zh-CN" dirty="0">
                <a:solidFill/>
              </a:rPr>
              <a:t>9999</a:t>
            </a:r>
            <a:r>
              <a:rPr lang="zh-CN" altLang="en-US" dirty="0">
                <a:solidFill/>
              </a:rPr>
              <a:t>年</a:t>
            </a:r>
            <a:r>
              <a:rPr lang="en-US" altLang="zh-CN" dirty="0">
                <a:solidFill/>
              </a:rPr>
              <a:t>13</a:t>
            </a:r>
            <a:r>
              <a:rPr lang="zh-CN" altLang="en-US" dirty="0">
                <a:solidFill/>
              </a:rPr>
              <a:t>月</a:t>
            </a:r>
            <a:r>
              <a:rPr lang="en-US" altLang="zh-CN" dirty="0">
                <a:solidFill/>
              </a:rPr>
              <a:t>32</a:t>
            </a:r>
            <a:r>
              <a:rPr lang="zh-CN" altLang="en-US" dirty="0">
                <a:solidFill/>
              </a:rPr>
              <a:t>日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D8A6FF1-38C6-BF40-AA54-FC2C1268C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831" y="2028083"/>
            <a:ext cx="9748800" cy="1317600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感谢使用和支持！</a:t>
            </a:r>
          </a:p>
        </p:txBody>
      </p:sp>
    </p:spTree>
    <p:extLst>
      <p:ext uri="{BB962C8B-B14F-4D97-AF65-F5344CB8AC3E}">
        <p14:creationId xmlns:p14="http://schemas.microsoft.com/office/powerpoint/2010/main" val="1433308298"/>
      </p:ext>
    </p:extLst>
  </p:cSld>
  <p:clrMapOvr>
    <a:masterClrMapping/>
  </p:clrMapOvr>
</p:sld>
</file>

<file path=ppt/theme/theme1.xml><?xml version="1.0" encoding="utf-8"?>
<a:theme xmlns:a="http://schemas.openxmlformats.org/drawingml/2006/main" name="清华简约主题-扁平-16:9">
  <a:themeElements>
    <a:clrScheme name="自定义 5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004B83"/>
      </a:accent1>
      <a:accent2>
        <a:srgbClr val="004B83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007698"/>
      </a:hlink>
      <a:folHlink>
        <a:srgbClr val="43064C"/>
      </a:folHlink>
    </a:clrScheme>
    <a:fontScheme name="红利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5154</TotalTime>
  <Words>266</Words>
  <Application>Microsoft Office PowerPoint</Application>
  <PresentationFormat>宽屏</PresentationFormat>
  <Paragraphs>41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Gill Sans MT</vt:lpstr>
      <vt:lpstr>Wingdings 2</vt:lpstr>
      <vt:lpstr>清华简约主题-扁平-16:9</vt:lpstr>
      <vt:lpstr>清华简约主题PPT模板 扁平风格v2 16:9</vt:lpstr>
      <vt:lpstr>目录 Contents</vt:lpstr>
      <vt:lpstr>使用方法</vt:lpstr>
      <vt:lpstr>艾敝舍 Title Here</vt:lpstr>
      <vt:lpstr>可以使用的页面如上</vt:lpstr>
      <vt:lpstr>下一个章节</vt:lpstr>
      <vt:lpstr>标题在下方</vt:lpstr>
      <vt:lpstr>竖排文本</vt:lpstr>
      <vt:lpstr>感谢使用和支持！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朱亮</dc:creator>
  <cp:lastModifiedBy>亮 朱</cp:lastModifiedBy>
  <cp:revision>1335</cp:revision>
  <cp:lastPrinted>2020-04-04T02:50:47Z</cp:lastPrinted>
  <dcterms:created xsi:type="dcterms:W3CDTF">2020-01-04T07:43:38Z</dcterms:created>
  <dcterms:modified xsi:type="dcterms:W3CDTF">2026-01-05T13:33:49Z</dcterms:modified>
</cp:coreProperties>
</file>