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4"/>
    <p:restoredTop sz="86378"/>
  </p:normalViewPr>
  <p:slideViewPr>
    <p:cSldViewPr snapToGrid="0" snapToObjects="1">
      <p:cViewPr varScale="1">
        <p:scale>
          <a:sx n="74" d="100"/>
          <a:sy n="74" d="100"/>
        </p:scale>
        <p:origin x="63" y="255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7B568-9C73-4347-A347-6FC2B45E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1202B-2D63-8945-91A5-3692FFC3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223B9-0CD9-7541-945A-15D81872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BF98613E-C742-CD46-89BD-FA8FCC0A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6D7B11-B48F-02E5-FA98-02C038F6F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01893" y="28348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BC206B-21AF-2048-B8C2-02D34676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0A914D-220E-194F-89A4-BA7B891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D13FCE-5499-EA41-85BE-AEB592F6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F1297FE0-3BB9-B64C-AC4D-632A5624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808527B2-D8A8-804C-84C3-640A2789E7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CF5355-3BF2-774E-B550-67302438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7A00BA7C-B7C4-294B-9F35-0337742166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DA88991B-B04D-964D-9FD5-C5FDD84D8F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6D486A1-CD8C-8043-9CCC-31A4272B2E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27EF20E3-0B10-CC4C-8857-F75CEE19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D6A46670-09C5-DF43-9EF6-67590CA2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9BC921D-B28B-A34C-9F91-98F82F8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标题 15">
            <a:extLst>
              <a:ext uri="{FF2B5EF4-FFF2-40B4-BE49-F238E27FC236}">
                <a16:creationId xmlns:a16="http://schemas.microsoft.com/office/drawing/2014/main" id="{B9810DAD-9990-3F41-8006-AEEF4C10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55FFD6E9-9193-E149-909D-CF6ACACD636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84C251F1-1C9C-A640-9BF3-05FF6ECBF55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046DC1-1C9C-644A-A409-E2EDBF93EECE}"/>
              </a:ext>
            </a:extLst>
          </p:cNvPr>
          <p:cNvSpPr/>
          <p:nvPr userDrawn="1"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E5D95-FEF9-2F4C-B092-DCEAC172E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kumimoji="1"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kumimoji="1"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kumimoji="1" lang="zh-CN" altLang="en-US" dirty="0">
                <a:solidFill/>
              </a:rPr>
              <a:t>五级</a:t>
            </a:r>
          </a:p>
        </p:txBody>
      </p:sp>
      <p:sp>
        <p:nvSpPr>
          <p:cNvPr id="13" name="标题占位符 12">
            <a:extLst>
              <a:ext uri="{FF2B5EF4-FFF2-40B4-BE49-F238E27FC236}">
                <a16:creationId xmlns:a16="http://schemas.microsoft.com/office/drawing/2014/main" id="{02BE624C-83FF-8A45-88EE-30B741DC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朱亮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2020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6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清华简约主题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东五楼终于迎来了第一批在籍毕业生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Sweeper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Science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and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朱亮做了一个清净的主题模板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艾敝舍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C622A5-6804-3144-BB79-E4887615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489" y="977819"/>
            <a:ext cx="7335022" cy="3417969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923B3-0709-A549-A2A2-ED468AB684A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1453682D-DEA1-0F46-B201-09CFEDDA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BE1777BD-8335-DF44-B998-63886A6300C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ln>
            <a:solidFill/>
          </a:ln>
        </p:spPr>
        <p:txBody>
          <a:bodyPr>
            <a:normAutofit fontScale="92500" lnSpcReduction="10000"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85169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Atomie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2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5162</TotalTime>
  <Words>272</Words>
  <Application>Microsoft Office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清华简约主题PPT模板 扁平风格 16:9</vt:lpstr>
      <vt:lpstr>目录</vt:lpstr>
      <vt:lpstr>使用方法</vt:lpstr>
      <vt:lpstr>艾敝舍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1321</cp:revision>
  <cp:lastPrinted>2020-04-04T02:50:47Z</cp:lastPrinted>
  <dcterms:created xsi:type="dcterms:W3CDTF">2020-01-04T07:43:38Z</dcterms:created>
  <dcterms:modified xsi:type="dcterms:W3CDTF">2026-01-05T13:19:19Z</dcterms:modified>
</cp:coreProperties>
</file>