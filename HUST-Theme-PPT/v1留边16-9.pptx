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0"/>
  </p:notesMasterIdLst>
  <p:sldIdLst>
    <p:sldId id="256" r:id="rId2"/>
    <p:sldId id="258" r:id="rId3"/>
    <p:sldId id="260" r:id="rId4"/>
    <p:sldId id="269" r:id="rId5"/>
    <p:sldId id="271" r:id="rId6"/>
    <p:sldId id="268" r:id="rId7"/>
    <p:sldId id="27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874"/>
    <a:srgbClr val="5C307D"/>
    <a:srgbClr val="FEFDFF"/>
    <a:srgbClr val="E1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7"/>
    <p:restoredTop sz="86392"/>
  </p:normalViewPr>
  <p:slideViewPr>
    <p:cSldViewPr snapToGrid="0" snapToObjects="1">
      <p:cViewPr varScale="1">
        <p:scale>
          <a:sx n="67" d="100"/>
          <a:sy n="67" d="100"/>
        </p:scale>
        <p:origin x="57" y="42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51940-DB52-3B48-AABB-9C7938529E4E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8717E-F74C-4246-A795-6577BEDC838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298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1C919A1-7361-1F44-B599-7E9DB3DD7A32}"/>
              </a:ext>
            </a:extLst>
          </p:cNvPr>
          <p:cNvSpPr/>
          <p:nvPr userDrawn="1"/>
        </p:nvSpPr>
        <p:spPr>
          <a:xfrm>
            <a:off x="378178" y="1750294"/>
            <a:ext cx="11435645" cy="2323425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27E11570-1C13-394D-8C65-136BC3D04ED2}"/>
              </a:ext>
            </a:extLst>
          </p:cNvPr>
          <p:cNvSpPr/>
          <p:nvPr userDrawn="1"/>
        </p:nvSpPr>
        <p:spPr>
          <a:xfrm>
            <a:off x="8382000" y="4155707"/>
            <a:ext cx="343182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FB5F265-5FC7-B54E-AB48-4D8DA46E458F}"/>
              </a:ext>
            </a:extLst>
          </p:cNvPr>
          <p:cNvSpPr/>
          <p:nvPr userDrawn="1"/>
        </p:nvSpPr>
        <p:spPr>
          <a:xfrm>
            <a:off x="378177" y="4155707"/>
            <a:ext cx="7918756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3FE9298-60C2-9548-BC1E-E8694904B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921565"/>
            <a:ext cx="10993549" cy="1961322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03A73B5-4CCB-264A-803E-B46FEDFF96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4352306"/>
            <a:ext cx="10993546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rgbClr val="6608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7C9BA39-4396-944E-8847-8AA1FB4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046AEFE-93F1-C842-BBEF-EA6F5A8D9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C680849-96D9-DD4B-8BEC-6C110599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5DFE2BC-D20C-06CD-A1A2-04FC38CF2C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C91EB146-E429-F542-B185-DC14BCA9BC5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6">
            <a:extLst>
              <a:ext uri="{FF2B5EF4-FFF2-40B4-BE49-F238E27FC236}">
                <a16:creationId xmlns:a16="http://schemas.microsoft.com/office/drawing/2014/main" id="{D2AB89F7-7C87-3347-A0CB-FCEE9D36F083}"/>
              </a:ext>
            </a:extLst>
          </p:cNvPr>
          <p:cNvSpPr>
            <a:spLocks noChangeAspect="1"/>
          </p:cNvSpPr>
          <p:nvPr userDrawn="1"/>
        </p:nvSpPr>
        <p:spPr>
          <a:xfrm>
            <a:off x="564440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6727754-C851-C341-8EC8-C90F9BC75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89" y="1137355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3F81271-2815-9B4A-9DE1-54434A60C9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7A6457-265E-454A-8DEA-AC0A1AAC3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7055F7E-60B7-6A43-A3E4-C6F9DC89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D989D6D-F1B5-F54E-813A-CCB6A463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774" y="1964074"/>
            <a:ext cx="2568408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F5609871-59AA-714A-B688-568A52C6B22B}"/>
              </a:ext>
            </a:extLst>
          </p:cNvPr>
          <p:cNvSpPr/>
          <p:nvPr userDrawn="1"/>
        </p:nvSpPr>
        <p:spPr>
          <a:xfrm rot="5400000">
            <a:off x="2678806" y="5475222"/>
            <a:ext cx="1800000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3D49990-DD79-AF4A-809C-C7A68D94B066}"/>
              </a:ext>
            </a:extLst>
          </p:cNvPr>
          <p:cNvSpPr/>
          <p:nvPr userDrawn="1"/>
        </p:nvSpPr>
        <p:spPr>
          <a:xfrm rot="5400000">
            <a:off x="1601532" y="2540998"/>
            <a:ext cx="3954547" cy="71999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ECA174-5C9C-C839-0E54-94A5B55235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8283" y="673917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7DE89DA6-356D-194E-8935-6C10024491A7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4DB8D1A-12A8-B34E-ABB0-AFDEDA44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8C8D98C-AAE6-6D4F-8FDD-A93E2E11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63894592-A78C-994C-A7F8-16460B6D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20A79B4-2346-8146-8C5E-F662BBFF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1FC10AA-F36C-2E1C-CEA7-72773B5392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187CC3-F105-CE4C-957B-55AE9DA6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0C7D26-A2BB-CE43-BB2A-2808F22C4FD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5155F9-0BCA-F049-9D40-4CF28F90A4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C31502A-7294-9848-AFF1-6116ACE1419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E5F10BF9-D5CD-1D48-BAAA-1C82ACBE3EEC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91DCB4B-F7F0-EB42-A850-558FBD4EBF7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DD0108F8-765A-DF43-9CAF-934132882EE3}"/>
              </a:ext>
            </a:extLst>
          </p:cNvPr>
          <p:cNvSpPr>
            <a:spLocks noChangeAspect="1"/>
          </p:cNvSpPr>
          <p:nvPr userDrawn="1"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4" y="5262298"/>
            <a:ext cx="4708931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BDED41-B481-FA6F-FB63-F76BD638E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01509" y="5263775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F9AFCA-0D8E-7C4B-9EE4-15258FA226B6}"/>
              </a:ext>
            </a:extLst>
          </p:cNvPr>
          <p:cNvSpPr/>
          <p:nvPr userDrawn="1"/>
        </p:nvSpPr>
        <p:spPr>
          <a:xfrm>
            <a:off x="8144933" y="4364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93E312-E758-E548-90FC-22E1E7EC6CCE}"/>
              </a:ext>
            </a:extLst>
          </p:cNvPr>
          <p:cNvSpPr/>
          <p:nvPr userDrawn="1"/>
        </p:nvSpPr>
        <p:spPr>
          <a:xfrm>
            <a:off x="389467" y="4364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92ADC6-CE60-BE46-B46D-E72C08A66F9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5BC0A53C-150C-A541-93A8-A5B4C7EFDD96}"/>
              </a:ext>
            </a:extLst>
          </p:cNvPr>
          <p:cNvSpPr>
            <a:spLocks noChangeAspect="1"/>
          </p:cNvSpPr>
          <p:nvPr userDrawn="1"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Vertical Text Placeholder 2">
            <a:extLst>
              <a:ext uri="{FF2B5EF4-FFF2-40B4-BE49-F238E27FC236}">
                <a16:creationId xmlns:a16="http://schemas.microsoft.com/office/drawing/2014/main" id="{5F0B6C42-B8E7-1C45-A053-18F7FE5B2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D8F7654-F738-DB4A-BDC9-C147359A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49875D8-CF05-584E-A606-B0C7A6C6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FDE4144-AE9C-764C-8F13-6FBD3DFF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B4F59-1A11-4189-74E7-FB815BA9E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30598" y="641211"/>
            <a:ext cx="1280364" cy="971797"/>
          </a:xfrm>
          <a:prstGeom prst="rect">
            <a:avLst/>
          </a:prstGeom>
        </p:spPr>
      </p:pic>
      <p:sp>
        <p:nvSpPr>
          <p:cNvPr id="11" name="Vertical Title 1">
            <a:extLst>
              <a:ext uri="{FF2B5EF4-FFF2-40B4-BE49-F238E27FC236}">
                <a16:creationId xmlns:a16="http://schemas.microsoft.com/office/drawing/2014/main" id="{9D3F700B-2D07-A448-9622-360F28D96C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93673" y="675726"/>
            <a:ext cx="1849692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>
            <a:extLst>
              <a:ext uri="{FF2B5EF4-FFF2-40B4-BE49-F238E27FC236}">
                <a16:creationId xmlns:a16="http://schemas.microsoft.com/office/drawing/2014/main" id="{D465EDF8-BCFD-134D-9B0D-9430B7390985}"/>
              </a:ext>
            </a:extLst>
          </p:cNvPr>
          <p:cNvSpPr>
            <a:spLocks noChangeAspect="1"/>
          </p:cNvSpPr>
          <p:nvPr userDrawn="1"/>
        </p:nvSpPr>
        <p:spPr>
          <a:xfrm>
            <a:off x="389467" y="347880"/>
            <a:ext cx="11413067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EB4E09BB-6BE0-EA44-AA53-9AE037BE7450}"/>
              </a:ext>
            </a:extLst>
          </p:cNvPr>
          <p:cNvSpPr/>
          <p:nvPr userDrawn="1"/>
        </p:nvSpPr>
        <p:spPr>
          <a:xfrm>
            <a:off x="8144933" y="1592181"/>
            <a:ext cx="3657601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4F762D50-DB36-754B-B4EC-1EBF590E4A4F}"/>
              </a:ext>
            </a:extLst>
          </p:cNvPr>
          <p:cNvSpPr/>
          <p:nvPr userDrawn="1"/>
        </p:nvSpPr>
        <p:spPr>
          <a:xfrm>
            <a:off x="389467" y="1592181"/>
            <a:ext cx="7687733" cy="72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09FD67-35F4-C7AA-F85B-20D558003A7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444886" y="455471"/>
            <a:ext cx="1280364" cy="971797"/>
          </a:xfrm>
          <a:prstGeom prst="rect">
            <a:avLst/>
          </a:prstGeom>
        </p:spPr>
      </p:pic>
      <p:sp>
        <p:nvSpPr>
          <p:cNvPr id="7" name="标题占位符 6">
            <a:extLst>
              <a:ext uri="{FF2B5EF4-FFF2-40B4-BE49-F238E27FC236}">
                <a16:creationId xmlns:a16="http://schemas.microsoft.com/office/drawing/2014/main" id="{386CB2C2-B0CA-6B4C-9D67-BC3A516A2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34928"/>
            <a:ext cx="10119381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清华简约主题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</a:t>
            </a:r>
            <a:br>
              <a:rPr kumimoji="1" lang="en-US" altLang="zh-CN" dirty="0"/>
            </a:br>
            <a:r>
              <a:rPr kumimoji="1" lang="zh-CN" altLang="en-US" dirty="0">
                <a:solidFill/>
              </a:rPr>
              <a:t>留边风格 </a:t>
            </a:r>
            <a:r>
              <a:rPr kumimoji="1" lang="en-US" altLang="zh-CN" dirty="0">
                <a:solidFill/>
              </a:rPr>
              <a:t>16:9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2020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6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9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08254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749231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本清华主题模板实际上编辑了幻灯片母版，使图案和配色固定下来，使用时可类似于使用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234603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1A46540E-29F9-A549-A38D-317804E6E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2E9DD6-0E53-A743-8DFD-3A7D6FE8A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东五楼终于迎来了第一批在籍毕业生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https://github.com/atomiechen/THU-PPT-Theme</a:t>
            </a:r>
            <a:endParaRPr kumimoji="1" lang="en-US" altLang="zh-CN" dirty="0"/>
          </a:p>
          <a:p>
            <a:pPr marL="0" indent="0">
              <a:buNone/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C945FE0-91DB-0041-B7D3-AB30008B5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56C3731-7878-F147-A7A6-FBA9C78EB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Weihao CHEN from Xinya College</a:t>
            </a:r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Sweeper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Science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and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Technology</a:t>
            </a: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3A8CDA6-5FD1-8A46-B35A-19DAB5A1E93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艾敝舍</a:t>
            </a:r>
          </a:p>
        </p:txBody>
      </p:sp>
    </p:spTree>
    <p:extLst>
      <p:ext uri="{BB962C8B-B14F-4D97-AF65-F5344CB8AC3E}">
        <p14:creationId xmlns:p14="http://schemas.microsoft.com/office/powerpoint/2010/main" val="5801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BE672-1080-B54D-82EF-1CF890951E6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903109-AD02-8241-8FBF-60B251514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4325CE-E5C3-C344-9926-C82890B49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01" y="839070"/>
            <a:ext cx="7959197" cy="3732929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33542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42ED0-E53D-464A-A6FF-FEC32B16665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69A6F2-94C2-894C-ABA5-EE92E6967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415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文字占位符 1">
            <a:extLst>
              <a:ext uri="{FF2B5EF4-FFF2-40B4-BE49-F238E27FC236}">
                <a16:creationId xmlns:a16="http://schemas.microsoft.com/office/drawing/2014/main" id="{7EAAC20F-1AC2-F040-B83D-94980F934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扫地机科学与技术</a:t>
            </a:r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竖排标题 2">
            <a:extLst>
              <a:ext uri="{FF2B5EF4-FFF2-40B4-BE49-F238E27FC236}">
                <a16:creationId xmlns:a16="http://schemas.microsoft.com/office/drawing/2014/main" id="{AC5B918E-E9EE-4045-A8F1-CABD071154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</p:spTree>
    <p:extLst>
      <p:ext uri="{BB962C8B-B14F-4D97-AF65-F5344CB8AC3E}">
        <p14:creationId xmlns:p14="http://schemas.microsoft.com/office/powerpoint/2010/main" val="98335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Atomie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433308298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留边-16:9">
  <a:themeElements>
    <a:clrScheme name="自定义 2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262</Words>
  <Application>Microsoft Office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Gill Sans MT</vt:lpstr>
      <vt:lpstr>Wingdings 2</vt:lpstr>
      <vt:lpstr>清华简约主题-留边-16:9</vt:lpstr>
      <vt:lpstr>清华简约主题PPT模板 留边风格 16:9</vt:lpstr>
      <vt:lpstr>目录</vt:lpstr>
      <vt:lpstr>使用方法</vt:lpstr>
      <vt:lpstr>艾敝舍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1175</cp:revision>
  <cp:lastPrinted>2020-04-04T02:50:47Z</cp:lastPrinted>
  <dcterms:created xsi:type="dcterms:W3CDTF">2020-01-04T07:43:38Z</dcterms:created>
  <dcterms:modified xsi:type="dcterms:W3CDTF">2026-01-05T13:33:06Z</dcterms:modified>
</cp:coreProperties>
</file>