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1"/>
  </p:notesMasterIdLst>
  <p:sldIdLst>
    <p:sldId id="270" r:id="rId2"/>
    <p:sldId id="258" r:id="rId3"/>
    <p:sldId id="268" r:id="rId4"/>
    <p:sldId id="267" r:id="rId5"/>
    <p:sldId id="265" r:id="rId6"/>
    <p:sldId id="271" r:id="rId7"/>
    <p:sldId id="272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B83"/>
    <a:srgbClr val="FFFFFF"/>
    <a:srgbClr val="660874"/>
    <a:srgbClr val="5C307D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334"/>
    <p:restoredTop sz="86378"/>
  </p:normalViewPr>
  <p:slideViewPr>
    <p:cSldViewPr snapToGrid="0" snapToObjects="1">
      <p:cViewPr varScale="1">
        <p:scale>
          <a:sx n="84" d="100"/>
          <a:sy n="84" d="100"/>
        </p:scale>
        <p:origin x="486" y="48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72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7801A0AD-A4D9-2B48-AB5E-2388481E37AE}"/>
              </a:ext>
            </a:extLst>
          </p:cNvPr>
          <p:cNvGrpSpPr/>
          <p:nvPr userDrawn="1"/>
        </p:nvGrpSpPr>
        <p:grpSpPr>
          <a:xfrm>
            <a:off x="449419" y="1736371"/>
            <a:ext cx="8245162" cy="1903301"/>
            <a:chOff x="599225" y="1921565"/>
            <a:chExt cx="10993549" cy="1903301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7A9D506-C91D-DF44-8641-48F37CD3C15A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 sz="1800"/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A1E2328B-A4C4-764E-ACC8-998B2E63C537}"/>
                </a:ext>
              </a:extLst>
            </p:cNvPr>
            <p:cNvSpPr/>
            <p:nvPr userDrawn="1"/>
          </p:nvSpPr>
          <p:spPr>
            <a:xfrm>
              <a:off x="599225" y="1921565"/>
              <a:ext cx="1071531" cy="867934"/>
            </a:xfrm>
            <a:prstGeom prst="halfFrame">
              <a:avLst>
                <a:gd name="adj1" fmla="val 23474"/>
                <a:gd name="adj2" fmla="val 23475"/>
              </a:avLst>
            </a:prstGeom>
            <a:solidFill>
              <a:srgbClr val="004B83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533506A-6FCC-464D-8406-9673E74408CF}"/>
                </a:ext>
              </a:extLst>
            </p:cNvPr>
            <p:cNvSpPr/>
            <p:nvPr userDrawn="1"/>
          </p:nvSpPr>
          <p:spPr>
            <a:xfrm>
              <a:off x="9708443" y="3658705"/>
              <a:ext cx="1884329" cy="166161"/>
            </a:xfrm>
            <a:prstGeom prst="rect">
              <a:avLst/>
            </a:prstGeom>
            <a:solidFill>
              <a:srgbClr val="004B83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>
                  <a:solidFill/>
                </a:defRPr>
              </a:pPr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43FE9298-60C2-9548-BC1E-E8694904B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377" y="2028084"/>
            <a:ext cx="7699248" cy="1356406"/>
          </a:xfrm>
          <a:prstGeom prst="rect">
            <a:avLst/>
          </a:prstGeom>
          <a:ln>
            <a:solidFill/>
          </a:ln>
          <a:effectLst/>
        </p:spPr>
        <p:txBody>
          <a:bodyPr anchor="b">
            <a:normAutofit/>
          </a:bodyPr>
          <a:lstStyle>
            <a:lvl1pPr algn="l">
              <a:defRPr lang="en-US" altLang="en-US" sz="3600" b="0" kern="1200" cap="none" baseline="0" dirty="0">
                <a:solidFill>
                  <a:srgbClr val="004B83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377" y="3819055"/>
            <a:ext cx="7699248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rgbClr val="004B8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B6C974-93C8-E54E-BB6E-3C1FE452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pPr>
                <a:defRPr>
                  <a:solidFill/>
                </a:defRPr>
              </a:pPr>
              <a:t>2026/1/5</a:t>
            </a:fld>
            <a:endParaRPr kumimoji="1"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14F29B-65DE-874C-8CAC-555B12D96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4AD2F4-C9C1-DF44-9EAC-2625A390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839484B-741F-2783-CDA9-9343BB05CC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69410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033" y="2180499"/>
            <a:ext cx="7891040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3414000-0475-7845-9508-337FFFC1B7E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2265DA69-D9B6-384B-91FC-5C225D983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198CD9FF-6143-0B4F-B35B-FC5B48F3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B99E00C6-785E-8740-9B07-6D282AB5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912" y="2118168"/>
            <a:ext cx="7634195" cy="3602477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5597318"/>
            <a:ext cx="21335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3912" y="5592992"/>
            <a:ext cx="454988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5597318"/>
            <a:ext cx="78938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12" y="490439"/>
            <a:ext cx="7634194" cy="1351451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3600"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-2876353" y="3304529"/>
            <a:ext cx="6858000" cy="248942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A6CC6FD-0536-1042-94FB-7B29BCD323E4}"/>
              </a:ext>
            </a:extLst>
          </p:cNvPr>
          <p:cNvGrpSpPr/>
          <p:nvPr userDrawn="1"/>
        </p:nvGrpSpPr>
        <p:grpSpPr>
          <a:xfrm>
            <a:off x="449419" y="1736371"/>
            <a:ext cx="8245162" cy="1903301"/>
            <a:chOff x="599225" y="1921565"/>
            <a:chExt cx="10993549" cy="190330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B59113-F03A-6147-A467-92DB82160BCD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 sz="180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3E5866-268A-1A4A-BD63-7247C0C32E7C}"/>
                </a:ext>
              </a:extLst>
            </p:cNvPr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solidFill>
              <a:srgbClr val="004B83"/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 sz="1800"/>
            </a:p>
          </p:txBody>
        </p:sp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B3AEDE27-05BC-DA44-AA23-81C54830A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377" y="2028084"/>
            <a:ext cx="7699248" cy="1376851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l">
              <a:defRPr lang="en-US" altLang="en-US" sz="3600" b="0" kern="1200" cap="none" baseline="0" dirty="0">
                <a:solidFill>
                  <a:srgbClr val="004B83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8DDB4CB7-B75A-CF44-8C12-E3DE32CE3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377" y="3830630"/>
            <a:ext cx="7699248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rgbClr val="004B8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27" name="日期占位符 10">
            <a:extLst>
              <a:ext uri="{FF2B5EF4-FFF2-40B4-BE49-F238E27FC236}">
                <a16:creationId xmlns:a16="http://schemas.microsoft.com/office/drawing/2014/main" id="{2D4038F2-9086-4849-856C-3F44B96D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42659" y="5597324"/>
            <a:ext cx="189246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28" name="页脚占位符 11">
            <a:extLst>
              <a:ext uri="{FF2B5EF4-FFF2-40B4-BE49-F238E27FC236}">
                <a16:creationId xmlns:a16="http://schemas.microsoft.com/office/drawing/2014/main" id="{0ED79189-463D-A34A-93FE-02DAF3CA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5033" y="5592998"/>
            <a:ext cx="4939125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29" name="灯片编号占位符 12">
            <a:extLst>
              <a:ext uri="{FF2B5EF4-FFF2-40B4-BE49-F238E27FC236}">
                <a16:creationId xmlns:a16="http://schemas.microsoft.com/office/drawing/2014/main" id="{81D88334-B4F7-F340-8AA4-0865A0C0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13620" y="5597324"/>
            <a:ext cx="902453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6" y="2228004"/>
            <a:ext cx="4066793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2228004"/>
            <a:ext cx="4066794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6" y="2250895"/>
            <a:ext cx="3815306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004B8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>
            <a:lvl1pPr>
              <a:buClr>
                <a:srgbClr val="004B83"/>
              </a:buClr>
              <a:defRPr/>
            </a:lvl1pPr>
            <a:lvl2pPr>
              <a:buClr>
                <a:srgbClr val="004B83"/>
              </a:buClr>
              <a:defRPr/>
            </a:lvl2pPr>
            <a:lvl3pPr>
              <a:buClr>
                <a:srgbClr val="004B83"/>
              </a:buClr>
              <a:defRPr/>
            </a:lvl3pPr>
            <a:lvl4pPr>
              <a:buClr>
                <a:srgbClr val="004B83"/>
              </a:buClr>
              <a:defRPr/>
            </a:lvl4pPr>
            <a:lvl5pPr>
              <a:buClr>
                <a:srgbClr val="004B83"/>
              </a:buClr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3" y="2250895"/>
            <a:ext cx="3815305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004B8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3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>
            <a:lvl1pPr>
              <a:buClr>
                <a:srgbClr val="004B83"/>
              </a:buClr>
              <a:defRPr/>
            </a:lvl1pPr>
            <a:lvl2pPr>
              <a:buClr>
                <a:srgbClr val="004B83"/>
              </a:buClr>
              <a:defRPr/>
            </a:lvl2pPr>
            <a:lvl3pPr>
              <a:buClr>
                <a:srgbClr val="004B83"/>
              </a:buClr>
              <a:defRPr/>
            </a:lvl3pPr>
            <a:lvl4pPr>
              <a:buClr>
                <a:srgbClr val="004B83"/>
              </a:buClr>
              <a:defRPr/>
            </a:lvl4pPr>
            <a:lvl5pPr>
              <a:buClr>
                <a:srgbClr val="004B83"/>
              </a:buClr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335862" y="4914809"/>
            <a:ext cx="289171" cy="10322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098" y="4928762"/>
            <a:ext cx="7749976" cy="653148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601200"/>
            <a:ext cx="846963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buClr>
                <a:srgbClr val="004B83"/>
              </a:buClr>
              <a:defRPr sz="2000">
                <a:solidFill>
                  <a:schemeClr val="tx2"/>
                </a:solidFill>
              </a:defRPr>
            </a:lvl1pPr>
            <a:lvl2pPr>
              <a:buClr>
                <a:srgbClr val="004B83"/>
              </a:buClr>
              <a:defRPr sz="1800">
                <a:solidFill>
                  <a:schemeClr val="tx2"/>
                </a:solidFill>
              </a:defRPr>
            </a:lvl2pPr>
            <a:lvl3pPr>
              <a:buClr>
                <a:srgbClr val="004B83"/>
              </a:buClr>
              <a:defRPr sz="1600">
                <a:solidFill>
                  <a:schemeClr val="tx2"/>
                </a:solidFill>
              </a:defRPr>
            </a:lvl3pPr>
            <a:lvl4pPr>
              <a:buClr>
                <a:srgbClr val="004B83"/>
              </a:buClr>
              <a:defRPr sz="1400">
                <a:solidFill>
                  <a:schemeClr val="tx2"/>
                </a:solidFill>
              </a:defRPr>
            </a:lvl4pPr>
            <a:lvl5pPr>
              <a:buClr>
                <a:srgbClr val="004B83"/>
              </a:buCl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6098" y="5581910"/>
            <a:ext cx="7749976" cy="365126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rgbClr val="004B83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42659" y="6060171"/>
            <a:ext cx="189246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pPr>
                <a:defRPr>
                  <a:solidFill/>
                </a:defRPr>
              </a:pPr>
              <a:t>2026/1/5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5033" y="6055845"/>
            <a:ext cx="4939125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13620" y="6060171"/>
            <a:ext cx="902453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395677"/>
            <a:ext cx="8272212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599725"/>
            <a:ext cx="8468144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4962418"/>
            <a:ext cx="8272213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buClr>
                <a:srgbClr val="004B83"/>
              </a:buClr>
              <a:defRPr/>
            </a:lvl1pPr>
            <a:lvl2pPr algn="l">
              <a:buClr>
                <a:srgbClr val="004B83"/>
              </a:buClr>
              <a:defRPr/>
            </a:lvl2pPr>
            <a:lvl3pPr algn="l">
              <a:buClr>
                <a:srgbClr val="004B83"/>
              </a:buClr>
              <a:defRPr/>
            </a:lvl3pPr>
            <a:lvl4pPr algn="l">
              <a:buClr>
                <a:srgbClr val="004B83"/>
              </a:buClr>
              <a:defRPr/>
            </a:lvl4pPr>
            <a:lvl5pPr algn="l">
              <a:buClr>
                <a:srgbClr val="004B83"/>
              </a:buClr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6663023" y="675726"/>
            <a:ext cx="66732" cy="79183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77237" y="675727"/>
            <a:ext cx="1424622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81193" y="675727"/>
            <a:ext cx="5843708" cy="5183073"/>
          </a:xfrm>
          <a:ln>
            <a:solidFill/>
          </a:ln>
        </p:spPr>
        <p:txBody>
          <a:bodyPr vert="eaVert" anchor="t"/>
          <a:lstStyle>
            <a:lvl1pPr>
              <a:buClr>
                <a:srgbClr val="004B83"/>
              </a:buClr>
              <a:defRPr/>
            </a:lvl1pPr>
            <a:lvl2pPr>
              <a:buClr>
                <a:srgbClr val="004B83"/>
              </a:buClr>
              <a:defRPr/>
            </a:lvl2pPr>
            <a:lvl3pPr>
              <a:buClr>
                <a:srgbClr val="004B83"/>
              </a:buClr>
              <a:defRPr/>
            </a:lvl3pPr>
            <a:lvl4pPr>
              <a:buClr>
                <a:srgbClr val="004B83"/>
              </a:buClr>
              <a:defRPr/>
            </a:lvl4pPr>
            <a:lvl5pPr>
              <a:buClr>
                <a:srgbClr val="004B83"/>
              </a:buClr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89D33-28DC-B746-AE7D-E6085CC3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E1EF53-0E9B-E243-B4F1-B1C7F0BD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DA247-823F-034B-AEC0-494674B6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CC4A067-3E57-C140-912F-457C9FA84675}"/>
              </a:ext>
            </a:extLst>
          </p:cNvPr>
          <p:cNvSpPr/>
          <p:nvPr userDrawn="1"/>
        </p:nvSpPr>
        <p:spPr>
          <a:xfrm>
            <a:off x="439249" y="651024"/>
            <a:ext cx="61200" cy="900000"/>
          </a:xfrm>
          <a:prstGeom prst="rect">
            <a:avLst/>
          </a:prstGeom>
          <a:solidFill>
            <a:srgbClr val="004B83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kumimoji="1" lang="zh-CN" altLang="en-US">
              <a:solidFill>
                <a:srgbClr val="004B83"/>
              </a:solidFill>
            </a:endParaRPr>
          </a:p>
        </p:txBody>
      </p:sp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80" y="593424"/>
            <a:ext cx="7891041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5032" y="2336003"/>
            <a:ext cx="7891041" cy="31548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2659" y="5597324"/>
            <a:ext cx="189246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pPr>
                <a:defRPr>
                  <a:solidFill/>
                </a:defRPr>
              </a:pPr>
              <a:t>2026/1/5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5033" y="5592998"/>
            <a:ext cx="4939125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13620" y="5597324"/>
            <a:ext cx="902453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rgbClr val="004B83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F005E0-9377-9044-8967-57A416065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377" y="2028084"/>
            <a:ext cx="7699248" cy="135640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华科简约主题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扁平风格 </a:t>
            </a:r>
            <a:r>
              <a:rPr lang="en-US" altLang="zh-CN" dirty="0">
                <a:solidFill/>
              </a:rPr>
              <a:t>4:3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56EDC8-6865-C043-9F52-A5101097F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377" y="3819055"/>
            <a:ext cx="7699248" cy="1340999"/>
          </a:xfrm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2025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12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31</a:t>
            </a:r>
            <a:r>
              <a:rPr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987923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912" y="2118168"/>
            <a:ext cx="7634195" cy="3602477"/>
          </a:xfrm>
          <a:ln>
            <a:solidFill/>
          </a:ln>
        </p:spPr>
        <p:txBody>
          <a:bodyPr/>
          <a:lstStyle/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这里可以写你的目录内容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一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二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12" y="490439"/>
            <a:ext cx="7634194" cy="135145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7249299-B2E1-164B-9D28-7833904F8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033" y="2180499"/>
            <a:ext cx="7891040" cy="3678303"/>
          </a:xfrm>
          <a:ln>
            <a:solidFill/>
          </a:ln>
        </p:spPr>
        <p:txBody>
          <a:bodyPr/>
          <a:lstStyle/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在</a:t>
            </a:r>
            <a:r>
              <a:rPr lang="en-US" altLang="zh-CN" dirty="0">
                <a:solidFill/>
              </a:rPr>
              <a:t>PowerPoint</a:t>
            </a:r>
            <a:r>
              <a:rPr lang="zh-CN" altLang="en-US" dirty="0">
                <a:solidFill/>
              </a:rPr>
              <a:t>的新建幻灯片的选项卡里，可以自己选择合适的页面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lang="en-US" altLang="zh-CN" dirty="0">
                <a:solidFill/>
              </a:rPr>
              <a:t>office</a:t>
            </a:r>
            <a:r>
              <a:rPr lang="zh-CN" altLang="en-US" dirty="0">
                <a:solidFill/>
              </a:rPr>
              <a:t>自带模板一样不必为模板细节操心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如果需要定制，可自行编辑幻灯片母版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这个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模板来自：</a:t>
            </a:r>
            <a:r>
              <a:rPr lang="en-US" altLang="zh-CN" dirty="0">
                <a:solidFill/>
                <a:hlinkClick r:id="rId2"/>
              </a:rPr>
              <a:t>https://github.com/atomiechen/THU-PPT-Theme</a:t>
            </a:r>
            <a:endParaRPr lang="en-US" altLang="zh-CN" dirty="0"/>
          </a:p>
          <a:p>
            <a:pPr lvl="1"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如果大家喜欢，欢迎给我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，也欢迎</a:t>
            </a:r>
            <a:r>
              <a:rPr lang="en-US" altLang="zh-CN" dirty="0">
                <a:solidFill/>
              </a:rPr>
              <a:t>PR</a:t>
            </a:r>
            <a:r>
              <a:rPr lang="zh-CN" altLang="en-US" dirty="0">
                <a:solidFill/>
              </a:rPr>
              <a:t>贡献更多变体！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CCBE66-029B-1A42-8B93-5DED4C28F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80" y="593424"/>
            <a:ext cx="7891041" cy="1015200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9698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16" y="2250895"/>
            <a:ext cx="3815306" cy="53600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Foo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5896" y="2926055"/>
            <a:ext cx="4044825" cy="2934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东五楼终于迎来了第一批在籍毕业生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扫地机科学与技术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一行不够，两行充数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更多页面款式供你选！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  <a:hlinkClick r:id="rId2"/>
              </a:rPr>
              <a:t>https://github.com/atomiechen/THU-PPT-Theme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92803" y="2250895"/>
            <a:ext cx="3815305" cy="5533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Bar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63283" y="2926055"/>
            <a:ext cx="4044825" cy="2934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" altLang="zh-CN" dirty="0">
                <a:solidFill/>
              </a:rPr>
              <a:t>Made by</a:t>
            </a:r>
            <a:r>
              <a:rPr lang="zh-CN" altLang="en-US" dirty="0">
                <a:solidFill/>
              </a:rPr>
              <a:t> </a:t>
            </a:r>
            <a:r>
              <a:rPr lang="en" altLang="zh-CN" dirty="0">
                <a:solidFill/>
              </a:rPr>
              <a:t>Weihao CHEN from Xinya College</a:t>
            </a:r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Sweeper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Science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and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Technology</a:t>
            </a: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朱亮做了一个清净的主题模板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欢迎大家</a:t>
            </a:r>
            <a:r>
              <a:rPr lang="zh-CN" altLang="en-US" dirty="0">
                <a:solidFill/>
              </a:rPr>
              <a:t>广而传播使用！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链接</a:t>
            </a:r>
            <a:r>
              <a:rPr lang="zh-CN" altLang="en-US" dirty="0">
                <a:solidFill/>
              </a:rPr>
              <a:t>点开之后颜色会有变化（欢迎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）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en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63" y="593725"/>
            <a:ext cx="7889875" cy="101441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艾敝舍</a:t>
            </a:r>
          </a:p>
        </p:txBody>
      </p:sp>
    </p:spTree>
    <p:extLst>
      <p:ext uri="{BB962C8B-B14F-4D97-AF65-F5344CB8AC3E}">
        <p14:creationId xmlns:p14="http://schemas.microsoft.com/office/powerpoint/2010/main" val="323222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5" y="4395677"/>
            <a:ext cx="8272212" cy="566738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895" y="4962418"/>
            <a:ext cx="8272213" cy="59867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本页空白比较大，可以放图等内容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DDA9B2-5DD5-D24F-986E-9CCBA9C3D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" y="903288"/>
            <a:ext cx="6146800" cy="3492500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134221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C3EC9-98F6-1540-AB0B-5EF8D14C6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377" y="2028084"/>
            <a:ext cx="7699248" cy="137685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下一个章节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CF303-7D57-D44C-9067-E10B97FFE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377" y="3830630"/>
            <a:ext cx="7699248" cy="1340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我们需要进入一些</a:t>
            </a:r>
            <a:r>
              <a:rPr lang="en-US" altLang="zh-CN" dirty="0">
                <a:solidFill/>
              </a:rPr>
              <a:t>details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39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7C298-BBDA-2946-B9D9-D457CECF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098" y="4928762"/>
            <a:ext cx="7749976" cy="653148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标题在下方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A7A99426-128D-3941-847C-44314C339102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849B47-9C38-BF44-922D-DEF9C6B97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098" y="5581910"/>
            <a:ext cx="7749976" cy="36512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这是一个不同的设计</a:t>
            </a:r>
          </a:p>
        </p:txBody>
      </p:sp>
    </p:spTree>
    <p:extLst>
      <p:ext uri="{BB962C8B-B14F-4D97-AF65-F5344CB8AC3E}">
        <p14:creationId xmlns:p14="http://schemas.microsoft.com/office/powerpoint/2010/main" val="2894931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77237" y="675727"/>
            <a:ext cx="1424622" cy="51830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81193" y="675727"/>
            <a:ext cx="5843708" cy="51830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这里还可以写一些竖排文本，效果大概是这样的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扫地机科学与技术</a:t>
            </a:r>
          </a:p>
        </p:txBody>
      </p:sp>
    </p:spTree>
    <p:extLst>
      <p:ext uri="{BB962C8B-B14F-4D97-AF65-F5344CB8AC3E}">
        <p14:creationId xmlns:p14="http://schemas.microsoft.com/office/powerpoint/2010/main" val="232507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377" y="2028084"/>
            <a:ext cx="7699248" cy="135640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377" y="3819055"/>
            <a:ext cx="7699248" cy="1340999"/>
          </a:xfrm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Atomie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9999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13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32</a:t>
            </a:r>
            <a:r>
              <a:rPr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扁平-4:3">
  <a:themeElements>
    <a:clrScheme name="自定义 18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5166</TotalTime>
  <Words>271</Words>
  <Application>Microsoft Office PowerPoint</Application>
  <PresentationFormat>全屏显示(4:3)</PresentationFormat>
  <Paragraphs>41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Gill Sans MT</vt:lpstr>
      <vt:lpstr>Wingdings 2</vt:lpstr>
      <vt:lpstr>清华简约主题-扁平-4:3</vt:lpstr>
      <vt:lpstr>华科简约主题PPT模板 扁平风格 4:3</vt:lpstr>
      <vt:lpstr>目录</vt:lpstr>
      <vt:lpstr>使用方法</vt:lpstr>
      <vt:lpstr>艾敝舍</vt:lpstr>
      <vt:lpstr>可以使用的页面如上</vt:lpstr>
      <vt:lpstr>下一个章节</vt:lpstr>
      <vt:lpstr>标题在下方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1324</cp:revision>
  <cp:lastPrinted>2020-04-04T02:50:47Z</cp:lastPrinted>
  <dcterms:created xsi:type="dcterms:W3CDTF">2020-01-04T07:43:38Z</dcterms:created>
  <dcterms:modified xsi:type="dcterms:W3CDTF">2026-01-05T13:12:58Z</dcterms:modified>
</cp:coreProperties>
</file>