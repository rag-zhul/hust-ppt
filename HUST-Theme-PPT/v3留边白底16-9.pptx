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0"/>
  </p:notesMasterIdLst>
  <p:sldIdLst>
    <p:sldId id="256" r:id="rId2"/>
    <p:sldId id="258" r:id="rId3"/>
    <p:sldId id="260" r:id="rId4"/>
    <p:sldId id="269" r:id="rId5"/>
    <p:sldId id="271" r:id="rId6"/>
    <p:sldId id="268" r:id="rId7"/>
    <p:sldId id="27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5C307D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7"/>
    <p:restoredTop sz="86392"/>
  </p:normalViewPr>
  <p:slideViewPr>
    <p:cSldViewPr snapToGrid="0" snapToObjects="1">
      <p:cViewPr>
        <p:scale>
          <a:sx n="125" d="100"/>
          <a:sy n="125" d="100"/>
        </p:scale>
        <p:origin x="-4410" y="-90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11C919A1-7361-1F44-B599-7E9DB3DD7A32}"/>
              </a:ext>
            </a:extLst>
          </p:cNvPr>
          <p:cNvSpPr/>
          <p:nvPr userDrawn="1"/>
        </p:nvSpPr>
        <p:spPr>
          <a:xfrm>
            <a:off x="378178" y="1750294"/>
            <a:ext cx="11435645" cy="2323425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7E11570-1C13-394D-8C65-136BC3D04ED2}"/>
              </a:ext>
            </a:extLst>
          </p:cNvPr>
          <p:cNvSpPr/>
          <p:nvPr userDrawn="1"/>
        </p:nvSpPr>
        <p:spPr>
          <a:xfrm>
            <a:off x="8382000" y="4155707"/>
            <a:ext cx="343182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FB5F265-5FC7-B54E-AB48-4D8DA46E458F}"/>
              </a:ext>
            </a:extLst>
          </p:cNvPr>
          <p:cNvSpPr/>
          <p:nvPr userDrawn="1"/>
        </p:nvSpPr>
        <p:spPr>
          <a:xfrm>
            <a:off x="378177" y="4155707"/>
            <a:ext cx="7918756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921565"/>
            <a:ext cx="10993549" cy="1961322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4352306"/>
            <a:ext cx="10993546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rgbClr val="660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7C9BA39-4396-944E-8847-8AA1FB4D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046AEFE-93F1-C842-BBEF-EA6F5A8D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680849-96D9-DD4B-8BEC-6C110599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484075-CCE2-06DC-8892-DA644111D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C91EB146-E429-F542-B185-DC14BCA9BC5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>
            <a:extLst>
              <a:ext uri="{FF2B5EF4-FFF2-40B4-BE49-F238E27FC236}">
                <a16:creationId xmlns:a16="http://schemas.microsoft.com/office/drawing/2014/main" id="{D2AB89F7-7C87-3347-A0CB-FCEE9D36F083}"/>
              </a:ext>
            </a:extLst>
          </p:cNvPr>
          <p:cNvSpPr>
            <a:spLocks noChangeAspect="1"/>
          </p:cNvSpPr>
          <p:nvPr userDrawn="1"/>
        </p:nvSpPr>
        <p:spPr>
          <a:xfrm>
            <a:off x="564440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89" y="1137355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74" y="1964074"/>
            <a:ext cx="2568408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5609871-59AA-714A-B688-568A52C6B22B}"/>
              </a:ext>
            </a:extLst>
          </p:cNvPr>
          <p:cNvSpPr/>
          <p:nvPr userDrawn="1"/>
        </p:nvSpPr>
        <p:spPr>
          <a:xfrm rot="5400000">
            <a:off x="2678806" y="5475222"/>
            <a:ext cx="18000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1601532" y="2540998"/>
            <a:ext cx="3954547" cy="71999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014D0C-7F5E-E12E-02BB-A9724977FA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9906" y="699318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7DE89DA6-356D-194E-8935-6C10024491A7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DB8D1A-12A8-B34E-ABB0-AFDEDA44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8C8D98C-AAE6-6D4F-8FDD-A93E2E11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3894592-A78C-994C-A7F8-16460B6D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620A79B4-2346-8146-8C5E-F662BBFF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039B130-0C8C-B466-3933-5C24EDE7A9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5516" y="5268771"/>
            <a:ext cx="1280364" cy="971797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187CC3-F105-CE4C-957B-55AE9DA6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E5F10BF9-D5CD-1D48-BAAA-1C82ACBE3EEC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91DCB4B-F7F0-EB42-A850-558FBD4EBF7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0AB314-D5CA-6AC0-99E0-E72C3368C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5516" y="5268771"/>
            <a:ext cx="1280364" cy="9717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4" y="5262298"/>
            <a:ext cx="4708931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9AFCA-0D8E-7C4B-9EE4-15258FA226B6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3E312-E758-E548-90FC-22E1E7EC6CC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D8F7654-F738-DB4A-BDC9-C147359A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9875D8-CF05-584E-A606-B0C7A6C6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FDE4144-AE9C-764C-8F13-6FBD3DFF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EB336E-B4FE-8931-ECB2-811B301559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1072" y="712647"/>
            <a:ext cx="1280364" cy="971797"/>
          </a:xfrm>
          <a:prstGeom prst="rect">
            <a:avLst/>
          </a:prstGeom>
        </p:spPr>
      </p:pic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3673" y="675726"/>
            <a:ext cx="1849692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465EDF8-BCFD-134D-9B0D-9430B7390985}"/>
              </a:ext>
            </a:extLst>
          </p:cNvPr>
          <p:cNvSpPr>
            <a:spLocks noChangeAspect="1"/>
          </p:cNvSpPr>
          <p:nvPr userDrawn="1"/>
        </p:nvSpPr>
        <p:spPr>
          <a:xfrm>
            <a:off x="389467" y="347880"/>
            <a:ext cx="11413067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4E09BB-6BE0-EA44-AA53-9AE037BE7450}"/>
              </a:ext>
            </a:extLst>
          </p:cNvPr>
          <p:cNvSpPr/>
          <p:nvPr userDrawn="1"/>
        </p:nvSpPr>
        <p:spPr>
          <a:xfrm>
            <a:off x="8144933" y="15921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762D50-DB36-754B-B4EC-1EBF590E4A4F}"/>
              </a:ext>
            </a:extLst>
          </p:cNvPr>
          <p:cNvSpPr/>
          <p:nvPr userDrawn="1"/>
        </p:nvSpPr>
        <p:spPr>
          <a:xfrm>
            <a:off x="389467" y="15921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C0E7254-BD5D-2667-AA3A-8C63030D612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66316" y="455471"/>
            <a:ext cx="1280364" cy="971797"/>
          </a:xfrm>
          <a:prstGeom prst="rect">
            <a:avLst/>
          </a:prstGeom>
        </p:spPr>
      </p:pic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34928"/>
            <a:ext cx="10119381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清华简约主题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</a:t>
            </a:r>
            <a:br>
              <a:rPr kumimoji="1" lang="en-US" altLang="zh-CN" dirty="0"/>
            </a:br>
            <a:r>
              <a:rPr kumimoji="1" lang="zh-CN" altLang="en-US" dirty="0">
                <a:solidFill/>
              </a:rPr>
              <a:t>留边白底变体 </a:t>
            </a:r>
            <a:r>
              <a:rPr kumimoji="1" lang="en-US" altLang="zh-CN" dirty="0">
                <a:solidFill/>
              </a:rPr>
              <a:t>16:9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2022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6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5</a:t>
            </a:r>
            <a:r>
              <a:rPr kumimoji="1" lang="zh-CN" altLang="en-US">
                <a:solidFill/>
              </a:rPr>
              <a:t>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254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本清华主题模板实际上编辑了幻灯片母版，使图案和配色固定下来，使用时可类似于使用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34603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46540E-29F9-A549-A38D-317804E6E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E9DD6-0E53-A743-8DFD-3A7D6FE8A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东五楼终于迎来了第一批在籍毕业生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 marL="0" indent="0">
              <a:buNone/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945FE0-91DB-0041-B7D3-AB30008B5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56C3731-7878-F147-A7A6-FBA9C78EB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Weihao CHEN from Xinya College</a:t>
            </a:r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Sweeper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Science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and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3A8CDA6-5FD1-8A46-B35A-19DAB5A1E93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艾敝舍</a:t>
            </a:r>
          </a:p>
        </p:txBody>
      </p:sp>
    </p:spTree>
    <p:extLst>
      <p:ext uri="{BB962C8B-B14F-4D97-AF65-F5344CB8AC3E}">
        <p14:creationId xmlns:p14="http://schemas.microsoft.com/office/powerpoint/2010/main" val="58010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BE672-1080-B54D-82EF-1CF890951E6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903109-AD02-8241-8FBF-60B251514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4C7BDA-B2AE-554B-AAE7-02F450A90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689" y="1138731"/>
            <a:ext cx="7592621" cy="3554656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33542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42ED0-E53D-464A-A6FF-FEC32B16665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9A6F2-94C2-894C-ABA5-EE92E6967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141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文字占位符 1">
            <a:extLst>
              <a:ext uri="{FF2B5EF4-FFF2-40B4-BE49-F238E27FC236}">
                <a16:creationId xmlns:a16="http://schemas.microsoft.com/office/drawing/2014/main" id="{7EAAC20F-1AC2-F040-B83D-94980F934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竖排标题 2">
            <a:extLst>
              <a:ext uri="{FF2B5EF4-FFF2-40B4-BE49-F238E27FC236}">
                <a16:creationId xmlns:a16="http://schemas.microsoft.com/office/drawing/2014/main" id="{AC5B918E-E9EE-4045-A8F1-CABD07115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</p:spTree>
    <p:extLst>
      <p:ext uri="{BB962C8B-B14F-4D97-AF65-F5344CB8AC3E}">
        <p14:creationId xmlns:p14="http://schemas.microsoft.com/office/powerpoint/2010/main" val="98335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Atomie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留边-16:9">
  <a:themeElements>
    <a:clrScheme name="自定义 10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4110</TotalTime>
  <Words>264</Words>
  <Application>Microsoft Office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Gill Sans MT</vt:lpstr>
      <vt:lpstr>Wingdings 2</vt:lpstr>
      <vt:lpstr>清华简约主题-留边-16:9</vt:lpstr>
      <vt:lpstr>清华简约主题PPT模板 留边白底变体 16:9</vt:lpstr>
      <vt:lpstr>目录</vt:lpstr>
      <vt:lpstr>使用方法</vt:lpstr>
      <vt:lpstr>艾敝舍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1180</cp:revision>
  <cp:lastPrinted>2020-04-04T02:50:47Z</cp:lastPrinted>
  <dcterms:created xsi:type="dcterms:W3CDTF">2020-01-04T07:43:38Z</dcterms:created>
  <dcterms:modified xsi:type="dcterms:W3CDTF">2026-01-05T13:40:40Z</dcterms:modified>
</cp:coreProperties>
</file>