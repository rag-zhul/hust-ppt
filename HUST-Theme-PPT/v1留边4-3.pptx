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68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FFFFFF"/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3624"/>
    <p:restoredTop sz="86392"/>
  </p:normalViewPr>
  <p:slideViewPr>
    <p:cSldViewPr snapToGrid="0" snapToObjects="1">
      <p:cViewPr varScale="1">
        <p:scale>
          <a:sx n="84" d="100"/>
          <a:sy n="84" d="100"/>
        </p:scale>
        <p:origin x="108" y="6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283634" y="1750295"/>
            <a:ext cx="8576734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6286501" y="4155707"/>
            <a:ext cx="2573867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283633" y="4155707"/>
            <a:ext cx="5939067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20" y="1921565"/>
            <a:ext cx="8245162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895" y="4352307"/>
            <a:ext cx="8245160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24C8BBE-6D43-D148-83B4-12265207F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E154CE1-FF1A-884C-94BC-703B56D27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967CE88-7930-FF40-854C-7903E22F8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B0F541-8A26-B368-272F-F91755465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6" y="2180499"/>
            <a:ext cx="8272211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38DE5D-C6BE-184F-9F9E-3BBA77E368A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4128F0BC-581E-9D44-8AAD-AFF794A4CB52}"/>
              </a:ext>
            </a:extLst>
          </p:cNvPr>
          <p:cNvSpPr>
            <a:spLocks noChangeAspect="1"/>
          </p:cNvSpPr>
          <p:nvPr userDrawn="1"/>
        </p:nvSpPr>
        <p:spPr>
          <a:xfrm>
            <a:off x="435438" y="599725"/>
            <a:ext cx="2180113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17" y="1137356"/>
            <a:ext cx="454988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400"/>
            </a:lvl2pPr>
            <a:lvl3pPr algn="l">
              <a:defRPr sz="18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5956138"/>
            <a:ext cx="21335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5951812"/>
            <a:ext cx="51879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5956138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96" y="1964075"/>
            <a:ext cx="1926306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27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1807099" y="5480675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727004" y="2543820"/>
            <a:ext cx="3960000" cy="7181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53F276-63F7-EF0B-9D06-D53F044E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640" y="648693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DA065A56-DCC8-D84D-8199-005CB8B0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6" y="5956140"/>
            <a:ext cx="199861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3A75174A-ECBD-8D43-B9E7-41B50C56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5" y="5951814"/>
            <a:ext cx="5187908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9DEBDD-9E3B-ADA1-7AB1-F1AF33828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78204" y="5273423"/>
            <a:ext cx="1280364" cy="971797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FB445BB2-FA98-324E-8C7A-EA4D202F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3744" y="5956140"/>
            <a:ext cx="92436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6108700" y="4364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292101" y="4364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9394E5E1-AA4C-0E4D-99E5-D36232F886D4}"/>
              </a:ext>
            </a:extLst>
          </p:cNvPr>
          <p:cNvSpPr>
            <a:spLocks noChangeAspect="1"/>
          </p:cNvSpPr>
          <p:nvPr userDrawn="1"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2296"/>
            <a:ext cx="3682084" cy="60565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9" y="5262300"/>
            <a:ext cx="3397462" cy="605652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825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04466" y="5956140"/>
            <a:ext cx="199861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B4DBDC-003A-DDBD-6412-EE6B52950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78204" y="527342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83744" y="5956140"/>
            <a:ext cx="92436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1200"/>
            </a:lvl2pPr>
            <a:lvl3pPr marL="685783" indent="0">
              <a:buNone/>
              <a:defRPr sz="120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30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6108700" y="4364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292101" y="4364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6629401" y="599725"/>
            <a:ext cx="2180113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92220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45255" y="5956138"/>
            <a:ext cx="99610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2"/>
            <a:ext cx="592220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4962" y="5956138"/>
            <a:ext cx="87314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4D4FEB-6EB8-AD35-F648-9F736A9B55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8989" y="694007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5255" y="675727"/>
            <a:ext cx="1387269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292101" y="347880"/>
            <a:ext cx="85598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6108700" y="15921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292101" y="15921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4C7E98-7FDF-5617-0679-7339089117B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23069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434928"/>
            <a:ext cx="7309273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342892" rtl="0" eaLnBrk="1" latinLnBrk="0" hangingPunct="1">
        <a:spcBef>
          <a:spcPct val="0"/>
        </a:spcBef>
        <a:buNone/>
        <a:defRPr sz="21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4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88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84" indent="-202495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77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70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965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59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54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48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30CFF-22F2-9E4D-8BF6-E48A1534E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清华简约主题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留边风格 </a:t>
            </a:r>
            <a:r>
              <a:rPr kumimoji="1" lang="en-US" altLang="zh-CN" dirty="0">
                <a:solidFill/>
              </a:rPr>
              <a:t>4:3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2B33EC-6F84-4646-8986-ED1219D46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2020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6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9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60136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242491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408481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75950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C8659C-DF67-8848-9FDB-AB2768C3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966852"/>
            <a:ext cx="6572250" cy="3726534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47273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848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112227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935780849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4:3">
  <a:themeElements>
    <a:clrScheme name="自定义 23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陈伟浩-清华简约主题-留边-4-3" id="{733F1F6C-FD46-A044-A0A8-76CA288F48E2}" vid="{3D1A6830-FEF0-684C-B082-4EBF0CD95EA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4016</TotalTime>
  <Words>262</Words>
  <Application>Microsoft Office PowerPoint</Application>
  <PresentationFormat>全屏显示(4:3)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清华简约主题-留边-4:3</vt:lpstr>
      <vt:lpstr>清华简约主题PPT模板 留边风格 4:3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1186</cp:revision>
  <cp:lastPrinted>2020-04-04T02:50:47Z</cp:lastPrinted>
  <dcterms:created xsi:type="dcterms:W3CDTF">2020-01-04T07:43:38Z</dcterms:created>
  <dcterms:modified xsi:type="dcterms:W3CDTF">2026-01-05T13:40:47Z</dcterms:modified>
</cp:coreProperties>
</file>