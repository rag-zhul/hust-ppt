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257"/>
    <p:restoredTop sz="86377"/>
  </p:normalViewPr>
  <p:slideViewPr>
    <p:cSldViewPr snapToGrid="0" snapToObjects="1">
      <p:cViewPr varScale="1">
        <p:scale>
          <a:sx n="71" d="100"/>
          <a:sy n="71" d="100"/>
        </p:scale>
        <p:origin x="33" y="33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FFE07-12E2-F210-F134-C3A2705454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C1D0A9-74AE-1F93-9E22-D29653D4F9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14" y="95302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49C2A9-5C11-56C2-7332-1313E7287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093B06-6A5A-FDDB-1861-9C61E7F3B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7DDB0C-F8E0-4124-9AD5-6B0A7AB12B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483138-FB6B-6C35-B2A2-AFE212ACCD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清华简约主题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顶边白底变体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朱亮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2022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6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5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270E96-ACC1-CF45-9EDE-9F2F47E8F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94" y="815787"/>
            <a:ext cx="8265411" cy="3877600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8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3981</TotalTime>
  <Words>263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清华简约主题PPT模板 顶边白底变体 16:9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1161</cp:revision>
  <cp:lastPrinted>2020-04-04T02:50:47Z</cp:lastPrinted>
  <dcterms:created xsi:type="dcterms:W3CDTF">2020-01-04T07:43:38Z</dcterms:created>
  <dcterms:modified xsi:type="dcterms:W3CDTF">2026-01-05T13:36:41Z</dcterms:modified>
</cp:coreProperties>
</file>