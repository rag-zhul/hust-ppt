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sldIdLst>
    <p:sldId id="256" r:id="rId2"/>
    <p:sldId id="258" r:id="rId3"/>
    <p:sldId id="260" r:id="rId4"/>
    <p:sldId id="267" r:id="rId5"/>
    <p:sldId id="262" r:id="rId6"/>
    <p:sldId id="259" r:id="rId7"/>
    <p:sldId id="261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DFF"/>
    <a:srgbClr val="E1DFE2"/>
    <a:srgbClr val="5C30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2926"/>
    <p:restoredTop sz="86397"/>
  </p:normalViewPr>
  <p:slideViewPr>
    <p:cSldViewPr snapToGrid="0" snapToObjects="1">
      <p:cViewPr varScale="1">
        <p:scale>
          <a:sx n="65" d="100"/>
          <a:sy n="65" d="100"/>
        </p:scale>
        <p:origin x="66" y="465"/>
      </p:cViewPr>
      <p:guideLst/>
    </p:cSldViewPr>
  </p:slideViewPr>
  <p:outlineViewPr>
    <p:cViewPr>
      <p:scale>
        <a:sx n="33" d="100"/>
        <a:sy n="33" d="100"/>
      </p:scale>
      <p:origin x="0" y="-11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512712"/>
            <a:ext cx="12192000" cy="2561008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9226" y="1731653"/>
            <a:ext cx="10993549" cy="2123126"/>
          </a:xfrm>
          <a:prstGeom prst="rect">
            <a:avLst/>
          </a:prstGeom>
          <a:ln>
            <a:solidFill/>
          </a:ln>
          <a:effectLst/>
        </p:spPr>
        <p:txBody>
          <a:bodyPr anchor="ctr">
            <a:normAutofit/>
          </a:bodyPr>
          <a:lstStyle>
            <a:lvl1pPr algn="ctr">
              <a:defRPr lang="en-US" altLang="en-US" sz="3600" b="0" kern="1200" cap="none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3" y="4194262"/>
            <a:ext cx="10993547" cy="1340999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2000" cap="none" baseline="0">
                <a:solidFill>
                  <a:schemeClr val="accent2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B807CA4-C594-3747-811D-AECABC927C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05953" y="5956139"/>
            <a:ext cx="2844799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0223C87-E140-FC47-8247-2D68FF33A8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192" y="5951813"/>
            <a:ext cx="691721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E42ACB8-E538-4440-8190-A32049363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58301" y="5956139"/>
            <a:ext cx="105251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D2649AC-D7AC-553A-2996-52D018996C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8988" y="257638"/>
            <a:ext cx="3223846" cy="755992"/>
          </a:xfrm>
          <a:prstGeom prst="rect">
            <a:avLst/>
          </a:prstGeom>
          <a:ln>
            <a:solidFill/>
          </a:ln>
        </p:spPr>
      </p:pic>
    </p:spTree>
    <p:extLst>
      <p:ext uri="{BB962C8B-B14F-4D97-AF65-F5344CB8AC3E}">
        <p14:creationId xmlns:p14="http://schemas.microsoft.com/office/powerpoint/2010/main" val="9349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4" y="2180498"/>
            <a:ext cx="11029615" cy="3678303"/>
          </a:xfrm>
          <a:ln>
            <a:solidFill/>
          </a:ln>
        </p:spPr>
        <p:txBody>
          <a:bodyPr/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5D466B2-7417-6A44-93CE-B6AD2C9CEBF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0990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>
            <a:extLst>
              <a:ext uri="{FF2B5EF4-FFF2-40B4-BE49-F238E27FC236}">
                <a16:creationId xmlns:a16="http://schemas.microsoft.com/office/drawing/2014/main" id="{712CA51D-FD70-C947-AA2A-7D31051F37F6}"/>
              </a:ext>
            </a:extLst>
          </p:cNvPr>
          <p:cNvSpPr>
            <a:spLocks noChangeAspect="1"/>
          </p:cNvSpPr>
          <p:nvPr userDrawn="1"/>
        </p:nvSpPr>
        <p:spPr>
          <a:xfrm>
            <a:off x="2" y="0"/>
            <a:ext cx="3488007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05C3A77-996F-D547-A946-FD706C8EF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291" y="1964075"/>
            <a:ext cx="2991424" cy="2929850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ctr">
              <a:defRPr sz="3600" cap="none" baseline="0"/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EA75F0-3C7C-6E4E-BC95-17186F799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4290" y="1137357"/>
            <a:ext cx="6066519" cy="4583289"/>
          </a:xfrm>
          <a:ln>
            <a:solidFill/>
          </a:ln>
        </p:spPr>
        <p:txBody>
          <a:bodyPr anchor="ctr">
            <a:normAutofit/>
          </a:bodyPr>
          <a:lstStyle>
            <a:lvl1pPr algn="l">
              <a:defRPr sz="32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2206109-9F71-4FC5-B0CD-898EE1D43C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552" y="73045"/>
            <a:ext cx="1280364" cy="97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59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0" y="5141976"/>
            <a:ext cx="12192000" cy="12588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3043912"/>
            <a:ext cx="11029615" cy="1497507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3600" b="0" cap="none" baseline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4" y="4541417"/>
            <a:ext cx="11029615" cy="600556"/>
          </a:xfrm>
          <a:ln>
            <a:solidFill/>
          </a:ln>
        </p:spPr>
        <p:txBody>
          <a:bodyPr anchor="t">
            <a:normAutofit/>
          </a:bodyPr>
          <a:lstStyle>
            <a:lvl1pPr marL="0" indent="0" algn="l">
              <a:buNone/>
              <a:defRPr sz="1800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A0E62274-98AF-2241-9A77-674A409D72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5956139"/>
            <a:ext cx="2844799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CEBDF014-FCAB-094A-9CD9-F9DA807CD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5951813"/>
            <a:ext cx="6917211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B3E459E-725A-7C36-4518-4F6D7173D6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71056" y="5277833"/>
            <a:ext cx="1280364" cy="971797"/>
          </a:xfrm>
          <a:prstGeom prst="rect">
            <a:avLst/>
          </a:prstGeom>
        </p:spPr>
      </p:pic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6A392C9B-44C0-6644-BD6C-E143FA2F8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513940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2667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422391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4"/>
            <a:ext cx="5422392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6943B4F-7DD9-1B4F-B557-A91CFB8F74E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1461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2250894"/>
            <a:ext cx="5087075" cy="536005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393100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2250894"/>
            <a:ext cx="5087073" cy="553373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926054"/>
            <a:ext cx="5393100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CB22468-F02A-F448-8B18-5B7757B695E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0600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B770DA6-1AF1-C940-AA73-A65453BE036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5752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1DAF1E9-59CF-2D42-8740-6D200FC4192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"/>
            <a:ext cx="201799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948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001B2277-AA70-E141-BC48-4D053E71C76E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5141976"/>
            <a:ext cx="12192000" cy="12588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l"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  <a:ln>
            <a:solidFill/>
          </a:ln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5" y="5262298"/>
            <a:ext cx="4709928" cy="689515"/>
          </a:xfrm>
          <a:ln>
            <a:solidFill/>
          </a:ln>
        </p:spPr>
        <p:txBody>
          <a:bodyPr anchor="ctr">
            <a:norm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  <a:lvl2pPr marL="457189" indent="0">
              <a:buNone/>
              <a:defRPr sz="11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8534494-0E97-30FE-76EF-BD6A845E51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71056" y="5277833"/>
            <a:ext cx="1280364" cy="971797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513940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207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2400" b="0" cap="none" baseline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9"/>
            <a:ext cx="11029617" cy="598671"/>
          </a:xfrm>
          <a:ln>
            <a:solidFill/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652075E8-AF1D-904C-94C1-FC4415AEDE22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"/>
            <a:ext cx="201799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979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solidFill/>
          </a:ln>
        </p:spPr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13FAC5A-AE07-2149-BE0E-FF68E2AACCF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27691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2" y="0"/>
            <a:ext cx="3352798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45914C7-3EB9-0996-9AF5-71CC8AE37D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71056" y="86400"/>
            <a:ext cx="1280364" cy="971797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3673" y="675728"/>
            <a:ext cx="2089963" cy="5183073"/>
          </a:xfrm>
          <a:prstGeom prst="rect">
            <a:avLst/>
          </a:prstGeom>
          <a:ln>
            <a:solidFill/>
          </a:ln>
        </p:spPr>
        <p:txBody>
          <a:bodyPr vert="eaVert" anchor="b"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5" y="675728"/>
            <a:ext cx="7896279" cy="5183073"/>
          </a:xfrm>
          <a:ln>
            <a:solidFill/>
          </a:ln>
        </p:spPr>
        <p:txBody>
          <a:bodyPr vert="eaVert" anchor="t"/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4" y="5956139"/>
            <a:ext cx="1328141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5" y="5951813"/>
            <a:ext cx="789627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6" y="5956139"/>
            <a:ext cx="970459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4944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E1DFE2"/>
            </a:gs>
            <a:gs pos="50000">
              <a:schemeClr val="bg1">
                <a:lumMod val="95000"/>
              </a:schemeClr>
            </a:gs>
            <a:gs pos="100000">
              <a:srgbClr val="E1DFE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">
            <a:extLst>
              <a:ext uri="{FF2B5EF4-FFF2-40B4-BE49-F238E27FC236}">
                <a16:creationId xmlns:a16="http://schemas.microsoft.com/office/drawing/2014/main" id="{D2BB52D3-7EE7-624D-A686-4D1AE1F2C90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0"/>
            <a:ext cx="12192000" cy="1189298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3" y="5956139"/>
            <a:ext cx="2844799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3"/>
            <a:ext cx="691721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5956139"/>
            <a:ext cx="105251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27018390-25F4-D64E-878B-24CA2E1122C5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612003"/>
            <a:ext cx="12192000" cy="24599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605993B-0BC1-33DA-025E-E75BE557EA2F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871056" y="86400"/>
            <a:ext cx="1280364" cy="9717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0377" y="87749"/>
            <a:ext cx="10795605" cy="1015200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0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4" r:id="rId3"/>
    <p:sldLayoutId id="2147483865" r:id="rId4"/>
    <p:sldLayoutId id="2147483866" r:id="rId5"/>
    <p:sldLayoutId id="2147483868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</p:sldLayoutIdLst>
  <p:txStyles>
    <p:titleStyle>
      <a:lvl1pPr algn="l" defTabSz="457189" rtl="0" eaLnBrk="1" latinLnBrk="0" hangingPunct="1">
        <a:spcBef>
          <a:spcPct val="0"/>
        </a:spcBef>
        <a:buNone/>
        <a:defRPr sz="2800" b="0" kern="1200" cap="none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5992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84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978" indent="-269993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1969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1960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53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945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38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930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tomiechen/THU-PPT-Them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tomiechen/THU-PPT-Theme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C4A8A-A46B-8D41-8F44-8C17E1B63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6" y="1731653"/>
            <a:ext cx="10993549" cy="2123126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清华简约主题</a:t>
            </a:r>
            <a:r>
              <a:rPr lang="en-US" altLang="zh-CN" dirty="0">
                <a:solidFill/>
              </a:rPr>
              <a:t>PPT</a:t>
            </a:r>
            <a:r>
              <a:rPr lang="zh-CN" altLang="en-US" dirty="0">
                <a:solidFill/>
              </a:rPr>
              <a:t>模板</a:t>
            </a:r>
            <a:br>
              <a:rPr lang="en-US" altLang="zh-CN" dirty="0"/>
            </a:br>
            <a:r>
              <a:rPr lang="zh-CN" altLang="en-US" dirty="0">
                <a:solidFill/>
              </a:rPr>
              <a:t>顶边风格 </a:t>
            </a:r>
            <a:r>
              <a:rPr lang="en-US" altLang="zh-CN" dirty="0">
                <a:solidFill/>
              </a:rPr>
              <a:t>16:9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7C49AC-161B-B74A-A7A2-0878EABB0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3" y="4194262"/>
            <a:ext cx="10993547" cy="1340999"/>
          </a:xfrm>
          <a:ln>
            <a:solidFill/>
          </a:ln>
        </p:spPr>
        <p:txBody>
          <a:bodyPr>
            <a:normAutofit/>
          </a:bodyPr>
          <a:lstStyle/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朱亮</a:t>
            </a:r>
            <a:endParaRPr lang="en-US" altLang="zh-CN"/>
          </a:p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东五楼</a:t>
            </a:r>
            <a:endParaRPr lang="en-US" altLang="zh-CN"/>
          </a:p>
          <a:p>
            <a:pPr>
              <a:defRPr>
                <a:solidFill/>
              </a:defRPr>
            </a:pPr>
            <a:r>
              <a:rPr lang="en-US" altLang="zh-CN">
                <a:solidFill/>
              </a:rPr>
              <a:t>2020</a:t>
            </a:r>
            <a:r>
              <a:rPr lang="zh-CN" altLang="en-US">
                <a:solidFill/>
              </a:rPr>
              <a:t>年</a:t>
            </a:r>
            <a:r>
              <a:rPr lang="en-US" altLang="zh-CN">
                <a:solidFill/>
              </a:rPr>
              <a:t>6</a:t>
            </a:r>
            <a:r>
              <a:rPr lang="zh-CN" altLang="en-US">
                <a:solidFill/>
              </a:rPr>
              <a:t>月</a:t>
            </a:r>
            <a:r>
              <a:rPr lang="en-US" altLang="zh-CN">
                <a:solidFill/>
              </a:rPr>
              <a:t>9</a:t>
            </a:r>
            <a:r>
              <a:rPr lang="zh-CN" altLang="en-US">
                <a:solidFill/>
              </a:rPr>
              <a:t>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2271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B6AA08-C32B-6F4E-8AB3-67AE085DA5B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3B5DF-DAF7-B946-AB06-11AE7FF1176B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这里可以写你的目录内容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一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二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三</a:t>
            </a:r>
          </a:p>
        </p:txBody>
      </p:sp>
    </p:spTree>
    <p:extLst>
      <p:ext uri="{BB962C8B-B14F-4D97-AF65-F5344CB8AC3E}">
        <p14:creationId xmlns:p14="http://schemas.microsoft.com/office/powerpoint/2010/main" val="3592634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10E1DE6-4AA7-1948-9434-A4F235385150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在</a:t>
            </a:r>
            <a:r>
              <a:rPr kumimoji="1" lang="en-US" altLang="zh-CN" dirty="0">
                <a:solidFill/>
              </a:rPr>
              <a:t>PowerPoint</a:t>
            </a:r>
            <a:r>
              <a:rPr kumimoji="1" lang="zh-CN" altLang="en-US" dirty="0">
                <a:solidFill/>
              </a:rPr>
              <a:t>的新建幻灯片的选项卡里，可以自己选择合适的页面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本清华主题模板实际上编辑了幻灯片母版，使图案和配色固定下来，使用时可类似于使用</a:t>
            </a:r>
            <a:r>
              <a:rPr kumimoji="1" lang="en-US" altLang="zh-CN" dirty="0">
                <a:solidFill/>
              </a:rPr>
              <a:t>office</a:t>
            </a:r>
            <a:r>
              <a:rPr kumimoji="1" lang="zh-CN" altLang="en-US" dirty="0">
                <a:solidFill/>
              </a:rPr>
              <a:t>自带模板一样不必为模板细节操心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如果需要定制，可自行编辑幻灯片母版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这个</a:t>
            </a:r>
            <a:r>
              <a:rPr kumimoji="1" lang="en-US" altLang="zh-CN" dirty="0">
                <a:solidFill/>
              </a:rPr>
              <a:t>PPT</a:t>
            </a:r>
            <a:r>
              <a:rPr kumimoji="1" lang="zh-CN" altLang="en-US" dirty="0">
                <a:solidFill/>
              </a:rPr>
              <a:t>模板来自：</a:t>
            </a:r>
            <a:r>
              <a:rPr kumimoji="1" lang="en-US" altLang="zh-CN" dirty="0">
                <a:solidFill/>
                <a:hlinkClick r:id="rId2"/>
              </a:rPr>
              <a:t>https://github.com/atomiechen/THU-PPT-Theme</a:t>
            </a:r>
            <a:endParaRPr kumimoji="1" lang="en-US" altLang="zh-CN" dirty="0"/>
          </a:p>
          <a:p>
            <a:pPr lvl="1">
              <a:defRPr>
                <a:solidFill/>
              </a:defRPr>
            </a:pPr>
            <a:r>
              <a:rPr kumimoji="1" lang="zh-CN" altLang="en-US" dirty="0">
                <a:solidFill/>
              </a:rPr>
              <a:t>如果大家喜欢，欢迎给我</a:t>
            </a:r>
            <a:r>
              <a:rPr kumimoji="1" lang="en-US" altLang="zh-CN" dirty="0">
                <a:solidFill/>
              </a:rPr>
              <a:t>star</a:t>
            </a:r>
            <a:r>
              <a:rPr kumimoji="1" lang="zh-CN" altLang="en-US" dirty="0">
                <a:solidFill/>
              </a:rPr>
              <a:t>，也欢迎</a:t>
            </a:r>
            <a:r>
              <a:rPr kumimoji="1" lang="en-US" altLang="zh-CN" dirty="0">
                <a:solidFill/>
              </a:rPr>
              <a:t>PR</a:t>
            </a:r>
            <a:r>
              <a:rPr kumimoji="1" lang="zh-CN" altLang="en-US" dirty="0">
                <a:solidFill/>
              </a:rPr>
              <a:t>贡献更多变体！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3FF93AD-B291-5347-AC70-D7287ABA5C8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使用方法</a:t>
            </a:r>
          </a:p>
        </p:txBody>
      </p:sp>
    </p:spTree>
    <p:extLst>
      <p:ext uri="{BB962C8B-B14F-4D97-AF65-F5344CB8AC3E}">
        <p14:creationId xmlns:p14="http://schemas.microsoft.com/office/powerpoint/2010/main" val="1715847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4EBCB47-E079-8145-ACD0-A7E22DA14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Foo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A4184C-CC2D-694B-9F25-182F7D3C3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东五楼终于迎来了第一批在籍毕业生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扫地机科学与技术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一行不够，两行充数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更多页面款式供你选！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  <a:hlinkClick r:id="rId2"/>
              </a:rPr>
              <a:t>https://github.com/atomiechen/THU-PPT-Theme</a:t>
            </a: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zh-CN" altLang="en-US" dirty="0"/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F4BA5D-7260-7C42-9521-BC1650AE8C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Bar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C24247E-BDFE-4545-BC58-B2351CD1E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" altLang="zh-CN" dirty="0">
                <a:solidFill/>
              </a:rPr>
              <a:t>Made by</a:t>
            </a:r>
            <a:r>
              <a:rPr kumimoji="1" lang="zh-CN" altLang="en-US" dirty="0">
                <a:solidFill/>
              </a:rPr>
              <a:t> </a:t>
            </a:r>
            <a:r>
              <a:rPr kumimoji="1" lang="en" altLang="zh-CN" dirty="0">
                <a:solidFill/>
              </a:rPr>
              <a:t>Weihao CHEN from Xinya College</a:t>
            </a:r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Sweeper</a:t>
            </a:r>
            <a:r>
              <a:rPr kumimoji="1" lang="zh-CN" altLang="en-US" dirty="0">
                <a:solidFill/>
              </a:rPr>
              <a:t> </a:t>
            </a:r>
            <a:r>
              <a:rPr kumimoji="1" lang="en-US" altLang="zh-CN" dirty="0">
                <a:solidFill/>
              </a:rPr>
              <a:t>Science</a:t>
            </a:r>
            <a:r>
              <a:rPr kumimoji="1" lang="zh-CN" altLang="en-US" dirty="0">
                <a:solidFill/>
              </a:rPr>
              <a:t> </a:t>
            </a:r>
            <a:r>
              <a:rPr kumimoji="1" lang="en-US" altLang="zh-CN" dirty="0">
                <a:solidFill/>
              </a:rPr>
              <a:t>and</a:t>
            </a:r>
            <a:r>
              <a:rPr kumimoji="1" lang="zh-CN" altLang="en-US" dirty="0">
                <a:solidFill/>
              </a:rPr>
              <a:t> </a:t>
            </a:r>
            <a:r>
              <a:rPr kumimoji="1" lang="en-US" altLang="zh-CN" dirty="0">
                <a:solidFill/>
              </a:rPr>
              <a:t>Technology</a:t>
            </a:r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朱亮做了一个清净的主题模板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" dirty="0">
                <a:solidFill/>
              </a:rPr>
              <a:t>欢迎大家</a:t>
            </a:r>
            <a:r>
              <a:rPr kumimoji="1" lang="zh-CN" altLang="en-US" dirty="0">
                <a:solidFill/>
              </a:rPr>
              <a:t>广而传播使用！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" dirty="0">
                <a:solidFill/>
              </a:rPr>
              <a:t>链接</a:t>
            </a:r>
            <a:r>
              <a:rPr kumimoji="1" lang="zh-CN" altLang="en-US" dirty="0">
                <a:solidFill/>
              </a:rPr>
              <a:t>点开之后颜色会有变化（欢迎</a:t>
            </a:r>
            <a:r>
              <a:rPr kumimoji="1" lang="en-US" altLang="zh-CN" dirty="0">
                <a:solidFill/>
              </a:rPr>
              <a:t>star</a:t>
            </a:r>
            <a:r>
              <a:rPr kumimoji="1" lang="zh-CN" altLang="en-US" dirty="0">
                <a:solidFill/>
              </a:rPr>
              <a:t>）</a:t>
            </a: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en" altLang="zh-CN" dirty="0"/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749DA121-AAE1-8447-8DF5-6C89DB3D328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艾敝舍</a:t>
            </a:r>
          </a:p>
        </p:txBody>
      </p:sp>
    </p:spTree>
    <p:extLst>
      <p:ext uri="{BB962C8B-B14F-4D97-AF65-F5344CB8AC3E}">
        <p14:creationId xmlns:p14="http://schemas.microsoft.com/office/powerpoint/2010/main" val="3899668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D0B13F-42D2-8A44-A2CA-732B1A987CC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可以使用的页面如上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BCEC49-30FC-484A-B809-CD53E899B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本页空白比较大，可以放图等内容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EAB6B06-80FE-F24A-800F-E3A4B77E0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107" y="742112"/>
            <a:ext cx="8439785" cy="3951275"/>
          </a:xfrm>
          <a:prstGeom prst="rect">
            <a:avLst/>
          </a:prstGeom>
          <a:ln>
            <a:solidFill/>
          </a:ln>
        </p:spPr>
      </p:pic>
    </p:spTree>
    <p:extLst>
      <p:ext uri="{BB962C8B-B14F-4D97-AF65-F5344CB8AC3E}">
        <p14:creationId xmlns:p14="http://schemas.microsoft.com/office/powerpoint/2010/main" val="3998683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C4BB7B-3953-EC47-A0EB-2FE48D54AF5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下一个章节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756719-6C6D-A144-880F-C329C26FB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我们需要进入一些</a:t>
            </a:r>
            <a:r>
              <a:rPr kumimoji="1" lang="en-US" altLang="zh-CN" dirty="0">
                <a:solidFill/>
              </a:rPr>
              <a:t>details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2849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31E0E24-E099-8B4F-8CA2-04B828D79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竖排文本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2F21B7-6DD4-2240-86E2-0461F6090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这里还可以写一些竖排文本，效果大概是这样的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扫地机科学与技术</a:t>
            </a:r>
          </a:p>
        </p:txBody>
      </p:sp>
    </p:spTree>
    <p:extLst>
      <p:ext uri="{BB962C8B-B14F-4D97-AF65-F5344CB8AC3E}">
        <p14:creationId xmlns:p14="http://schemas.microsoft.com/office/powerpoint/2010/main" val="1215972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A6FF1-38C6-BF40-AA54-FC2C1268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感谢使用和支持！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86DF19-DC1B-514A-8C02-64E0ECCD2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 err="1">
                <a:solidFill/>
              </a:rPr>
              <a:t>Atomie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9999</a:t>
            </a:r>
            <a:r>
              <a:rPr kumimoji="1" lang="zh-CN" altLang="en-US" dirty="0">
                <a:solidFill/>
              </a:rPr>
              <a:t>年</a:t>
            </a:r>
            <a:r>
              <a:rPr kumimoji="1" lang="en-US" altLang="zh-CN" dirty="0">
                <a:solidFill/>
              </a:rPr>
              <a:t>13</a:t>
            </a:r>
            <a:r>
              <a:rPr kumimoji="1" lang="zh-CN" altLang="en-US" dirty="0">
                <a:solidFill/>
              </a:rPr>
              <a:t>月</a:t>
            </a:r>
            <a:r>
              <a:rPr kumimoji="1" lang="en-US" altLang="zh-CN" dirty="0">
                <a:solidFill/>
              </a:rPr>
              <a:t>32</a:t>
            </a:r>
            <a:r>
              <a:rPr kumimoji="1" lang="zh-CN" altLang="en-US" dirty="0">
                <a:solidFill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2274332550"/>
      </p:ext>
    </p:extLst>
  </p:cSld>
  <p:clrMapOvr>
    <a:masterClrMapping/>
  </p:clrMapOvr>
</p:sld>
</file>

<file path=ppt/theme/theme1.xml><?xml version="1.0" encoding="utf-8"?>
<a:theme xmlns:a="http://schemas.openxmlformats.org/drawingml/2006/main" name="清华简约主题-顶边-16:9">
  <a:themeElements>
    <a:clrScheme name="自定义 20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004B83"/>
      </a:accent1>
      <a:accent2>
        <a:srgbClr val="004B83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3977</TotalTime>
  <Words>262</Words>
  <Application>Microsoft Office PowerPoint</Application>
  <PresentationFormat>宽屏</PresentationFormat>
  <Paragraphs>38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Gill Sans MT</vt:lpstr>
      <vt:lpstr>Wingdings 2</vt:lpstr>
      <vt:lpstr>清华简约主题-顶边-16:9</vt:lpstr>
      <vt:lpstr>清华简约主题PPT模板 顶边风格 16:9</vt:lpstr>
      <vt:lpstr>目录</vt:lpstr>
      <vt:lpstr>使用方法</vt:lpstr>
      <vt:lpstr>艾敝舍</vt:lpstr>
      <vt:lpstr>可以使用的页面如上</vt:lpstr>
      <vt:lpstr>下一个章节</vt:lpstr>
      <vt:lpstr>竖排文本</vt:lpstr>
      <vt:lpstr>感谢使用和支持！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朱亮</dc:creator>
  <cp:lastModifiedBy>亮 朱</cp:lastModifiedBy>
  <cp:revision>1160</cp:revision>
  <cp:lastPrinted>2020-04-04T02:50:47Z</cp:lastPrinted>
  <dcterms:created xsi:type="dcterms:W3CDTF">2020-01-04T07:43:38Z</dcterms:created>
  <dcterms:modified xsi:type="dcterms:W3CDTF">2026-01-05T13:26:49Z</dcterms:modified>
</cp:coreProperties>
</file>